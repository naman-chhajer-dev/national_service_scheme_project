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sldIdLst>
    <p:sldId id="259" r:id="rId2"/>
    <p:sldId id="258" r:id="rId3"/>
    <p:sldId id="260" r:id="rId4"/>
    <p:sldId id="261" r:id="rId5"/>
    <p:sldId id="262" r:id="rId6"/>
    <p:sldId id="263" r:id="rId7"/>
    <p:sldId id="264" r:id="rId8"/>
    <p:sldId id="275" r:id="rId9"/>
    <p:sldId id="276" r:id="rId10"/>
    <p:sldId id="265" r:id="rId11"/>
    <p:sldId id="267" r:id="rId12"/>
    <p:sldId id="269" r:id="rId13"/>
    <p:sldId id="270" r:id="rId14"/>
    <p:sldId id="271" r:id="rId15"/>
    <p:sldId id="272"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A5F5"/>
    <a:srgbClr val="F8FBFF"/>
    <a:srgbClr val="212121"/>
    <a:srgbClr val="1565C0"/>
    <a:srgbClr val="0D47A1"/>
    <a:srgbClr val="424242"/>
    <a:srgbClr val="DDA147"/>
    <a:srgbClr val="B54C2D"/>
    <a:srgbClr val="B66952"/>
    <a:srgbClr val="B56D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A20905-3954-474B-A606-562BCA026DC1}" type="doc">
      <dgm:prSet loTypeId="urn:microsoft.com/office/officeart/2005/8/layout/vProcess5" loCatId="process" qsTypeId="urn:microsoft.com/office/officeart/2005/8/quickstyle/3d4" qsCatId="3D" csTypeId="urn:microsoft.com/office/officeart/2005/8/colors/colorful1" csCatId="colorful" phldr="1"/>
      <dgm:spPr/>
      <dgm:t>
        <a:bodyPr/>
        <a:lstStyle/>
        <a:p>
          <a:endParaRPr lang="en-US"/>
        </a:p>
      </dgm:t>
    </dgm:pt>
    <dgm:pt modelId="{53742231-981F-480A-940F-203EC2F7423F}">
      <dgm:prSet/>
      <dgm:spPr>
        <a:solidFill>
          <a:srgbClr val="F8FBFF"/>
        </a:solidFill>
        <a:ln>
          <a:solidFill>
            <a:srgbClr val="1565C0"/>
          </a:solidFill>
        </a:ln>
      </dgm:spPr>
      <dgm:t>
        <a:bodyPr/>
        <a:lstStyle/>
        <a:p>
          <a:pPr>
            <a:defRPr cap="all"/>
          </a:pPr>
          <a:r>
            <a:rPr lang="en-US" b="1" cap="none" dirty="0">
              <a:solidFill>
                <a:schemeClr val="bg1"/>
              </a:solidFill>
            </a:rPr>
            <a:t>APNA SAHARA</a:t>
          </a:r>
          <a:r>
            <a:rPr lang="en-US" cap="none" dirty="0">
              <a:solidFill>
                <a:schemeClr val="bg1"/>
              </a:solidFill>
            </a:rPr>
            <a:t> aims to inspire a culture of generosity and social responsibility by ensuring that every contribution reaches the right people. Through meaningful connections and community support, we strive to create a positive impact and make every act of kindness count.</a:t>
          </a:r>
        </a:p>
      </dgm:t>
    </dgm:pt>
    <dgm:pt modelId="{2FC75195-FBA1-43DE-85DD-40B4B3A2F1F3}" type="parTrans" cxnId="{F226B1C2-5D99-403A-8240-EAD6BD4D8534}">
      <dgm:prSet/>
      <dgm:spPr/>
      <dgm:t>
        <a:bodyPr/>
        <a:lstStyle/>
        <a:p>
          <a:endParaRPr lang="en-US"/>
        </a:p>
      </dgm:t>
    </dgm:pt>
    <dgm:pt modelId="{EF449C32-A7AE-4099-9E9B-9E2F736A89CE}" type="sibTrans" cxnId="{F226B1C2-5D99-403A-8240-EAD6BD4D8534}">
      <dgm:prSet phldrT="01" phldr="0"/>
      <dgm:spPr>
        <a:solidFill>
          <a:srgbClr val="42A5F5">
            <a:alpha val="89804"/>
          </a:srgbClr>
        </a:solidFill>
      </dgm:spPr>
      <dgm:t>
        <a:bodyPr/>
        <a:lstStyle/>
        <a:p>
          <a:r>
            <a:rPr lang="en-US" dirty="0"/>
            <a:t>01</a:t>
          </a:r>
        </a:p>
      </dgm:t>
    </dgm:pt>
    <dgm:pt modelId="{9EF41CC5-EF3B-4A6D-8229-3F1333EADFB3}">
      <dgm:prSet/>
      <dgm:spPr>
        <a:solidFill>
          <a:srgbClr val="F8FBFF"/>
        </a:solidFill>
      </dgm:spPr>
      <dgm:t>
        <a:bodyPr/>
        <a:lstStyle/>
        <a:p>
          <a:pPr>
            <a:defRPr cap="all"/>
          </a:pPr>
          <a:r>
            <a:rPr lang="en-US" cap="none" dirty="0">
              <a:solidFill>
                <a:schemeClr val="bg1"/>
              </a:solidFill>
            </a:rPr>
            <a:t>Guided by the motto, </a:t>
          </a:r>
          <a:r>
            <a:rPr lang="en-US" b="1" cap="none" dirty="0">
              <a:solidFill>
                <a:schemeClr val="bg1"/>
              </a:solidFill>
            </a:rPr>
            <a:t>"your kindness can change someone's world,"</a:t>
          </a:r>
          <a:r>
            <a:rPr lang="en-US" cap="none" dirty="0">
              <a:solidFill>
                <a:schemeClr val="bg1"/>
              </a:solidFill>
            </a:rPr>
            <a:t> </a:t>
          </a:r>
          <a:r>
            <a:rPr lang="en-US" b="1" cap="none" dirty="0">
              <a:solidFill>
                <a:schemeClr val="bg1"/>
              </a:solidFill>
            </a:rPr>
            <a:t>APNA SAHARA</a:t>
          </a:r>
          <a:r>
            <a:rPr lang="en-US" cap="none" dirty="0">
              <a:solidFill>
                <a:schemeClr val="bg1"/>
              </a:solidFill>
            </a:rPr>
            <a:t> promotes kindness, social responsibility, and community participation by ensuring every contribution creates a meaningful impact.</a:t>
          </a:r>
        </a:p>
      </dgm:t>
    </dgm:pt>
    <dgm:pt modelId="{DAEF1C7D-B0C5-46FA-BED3-8A54E918D3E0}" type="parTrans" cxnId="{E476EEBC-7C9F-4E07-BD58-1044B9769B64}">
      <dgm:prSet/>
      <dgm:spPr/>
      <dgm:t>
        <a:bodyPr/>
        <a:lstStyle/>
        <a:p>
          <a:endParaRPr lang="en-US"/>
        </a:p>
      </dgm:t>
    </dgm:pt>
    <dgm:pt modelId="{98E6DD7C-B953-4119-9F64-9914E467ECBF}" type="sibTrans" cxnId="{E476EEBC-7C9F-4E07-BD58-1044B9769B64}">
      <dgm:prSet phldrT="03" phldr="0"/>
      <dgm:spPr/>
      <dgm:t>
        <a:bodyPr/>
        <a:lstStyle/>
        <a:p>
          <a:endParaRPr lang="en-US"/>
        </a:p>
      </dgm:t>
    </dgm:pt>
    <dgm:pt modelId="{CA9815FA-201D-423C-B57C-3401FCE6696D}">
      <dgm:prSet/>
      <dgm:spPr>
        <a:solidFill>
          <a:srgbClr val="F8FBFF"/>
        </a:solidFill>
        <a:ln>
          <a:solidFill>
            <a:srgbClr val="1565C0"/>
          </a:solidFill>
        </a:ln>
      </dgm:spPr>
      <dgm:t>
        <a:bodyPr/>
        <a:lstStyle/>
        <a:p>
          <a:pPr>
            <a:defRPr cap="all"/>
          </a:pPr>
          <a:r>
            <a:rPr lang="en-US" cap="none" dirty="0">
              <a:solidFill>
                <a:schemeClr val="bg1"/>
              </a:solidFill>
            </a:rPr>
            <a:t>The platform enables users to donate essential items while helping organizations efficiently manage donations and support those in need.</a:t>
          </a:r>
        </a:p>
      </dgm:t>
    </dgm:pt>
    <dgm:pt modelId="{4FDDC9CB-32C4-45CF-B983-94DC1D4765AB}" type="parTrans" cxnId="{5A2B9891-800A-47B5-84B6-FACAC09F50A3}">
      <dgm:prSet/>
      <dgm:spPr/>
      <dgm:t>
        <a:bodyPr/>
        <a:lstStyle/>
        <a:p>
          <a:endParaRPr lang="en-US"/>
        </a:p>
      </dgm:t>
    </dgm:pt>
    <dgm:pt modelId="{2B0CC718-437D-4115-99A7-1553AB40D4CA}" type="sibTrans" cxnId="{5A2B9891-800A-47B5-84B6-FACAC09F50A3}">
      <dgm:prSet phldrT="02" phldr="0"/>
      <dgm:spPr>
        <a:solidFill>
          <a:srgbClr val="42A5F5">
            <a:alpha val="90000"/>
          </a:srgbClr>
        </a:solidFill>
      </dgm:spPr>
      <dgm:t>
        <a:bodyPr/>
        <a:lstStyle/>
        <a:p>
          <a:r>
            <a:rPr lang="en-US" dirty="0"/>
            <a:t>02</a:t>
          </a:r>
        </a:p>
      </dgm:t>
    </dgm:pt>
    <dgm:pt modelId="{5166449A-9932-4950-A522-A20A2792A6BC}" type="pres">
      <dgm:prSet presAssocID="{8AA20905-3954-474B-A606-562BCA026DC1}" presName="outerComposite" presStyleCnt="0">
        <dgm:presLayoutVars>
          <dgm:chMax val="5"/>
          <dgm:dir/>
          <dgm:resizeHandles val="exact"/>
        </dgm:presLayoutVars>
      </dgm:prSet>
      <dgm:spPr/>
    </dgm:pt>
    <dgm:pt modelId="{2B6063AC-6C6E-404B-A2D5-09CB1C546AD7}" type="pres">
      <dgm:prSet presAssocID="{8AA20905-3954-474B-A606-562BCA026DC1}" presName="dummyMaxCanvas" presStyleCnt="0">
        <dgm:presLayoutVars/>
      </dgm:prSet>
      <dgm:spPr/>
    </dgm:pt>
    <dgm:pt modelId="{3ED66203-E8AC-4644-9E96-D7BF455D02ED}" type="pres">
      <dgm:prSet presAssocID="{8AA20905-3954-474B-A606-562BCA026DC1}" presName="ThreeNodes_1" presStyleLbl="node1" presStyleIdx="0" presStyleCnt="3">
        <dgm:presLayoutVars>
          <dgm:bulletEnabled val="1"/>
        </dgm:presLayoutVars>
      </dgm:prSet>
      <dgm:spPr/>
    </dgm:pt>
    <dgm:pt modelId="{20754C7B-D959-414E-876E-C71993C1E89F}" type="pres">
      <dgm:prSet presAssocID="{8AA20905-3954-474B-A606-562BCA026DC1}" presName="ThreeNodes_2" presStyleLbl="node1" presStyleIdx="1" presStyleCnt="3">
        <dgm:presLayoutVars>
          <dgm:bulletEnabled val="1"/>
        </dgm:presLayoutVars>
      </dgm:prSet>
      <dgm:spPr/>
    </dgm:pt>
    <dgm:pt modelId="{9DD45743-28CD-4087-81F1-7D31A4D641A7}" type="pres">
      <dgm:prSet presAssocID="{8AA20905-3954-474B-A606-562BCA026DC1}" presName="ThreeNodes_3" presStyleLbl="node1" presStyleIdx="2" presStyleCnt="3">
        <dgm:presLayoutVars>
          <dgm:bulletEnabled val="1"/>
        </dgm:presLayoutVars>
      </dgm:prSet>
      <dgm:spPr/>
    </dgm:pt>
    <dgm:pt modelId="{14EE1E83-EB3E-4AF0-9CDD-5B6AC8675C76}" type="pres">
      <dgm:prSet presAssocID="{8AA20905-3954-474B-A606-562BCA026DC1}" presName="ThreeConn_1-2" presStyleLbl="fgAccFollowNode1" presStyleIdx="0" presStyleCnt="2">
        <dgm:presLayoutVars>
          <dgm:bulletEnabled val="1"/>
        </dgm:presLayoutVars>
      </dgm:prSet>
      <dgm:spPr/>
    </dgm:pt>
    <dgm:pt modelId="{4FAD6867-8A2E-43D8-8735-652D1477B426}" type="pres">
      <dgm:prSet presAssocID="{8AA20905-3954-474B-A606-562BCA026DC1}" presName="ThreeConn_2-3" presStyleLbl="fgAccFollowNode1" presStyleIdx="1" presStyleCnt="2">
        <dgm:presLayoutVars>
          <dgm:bulletEnabled val="1"/>
        </dgm:presLayoutVars>
      </dgm:prSet>
      <dgm:spPr/>
    </dgm:pt>
    <dgm:pt modelId="{D6238067-689E-4A7F-9894-B443A0A3EB04}" type="pres">
      <dgm:prSet presAssocID="{8AA20905-3954-474B-A606-562BCA026DC1}" presName="ThreeNodes_1_text" presStyleLbl="node1" presStyleIdx="2" presStyleCnt="3">
        <dgm:presLayoutVars>
          <dgm:bulletEnabled val="1"/>
        </dgm:presLayoutVars>
      </dgm:prSet>
      <dgm:spPr/>
    </dgm:pt>
    <dgm:pt modelId="{3E9F784E-F132-401C-BEE8-3593BFB4A9DB}" type="pres">
      <dgm:prSet presAssocID="{8AA20905-3954-474B-A606-562BCA026DC1}" presName="ThreeNodes_2_text" presStyleLbl="node1" presStyleIdx="2" presStyleCnt="3">
        <dgm:presLayoutVars>
          <dgm:bulletEnabled val="1"/>
        </dgm:presLayoutVars>
      </dgm:prSet>
      <dgm:spPr/>
    </dgm:pt>
    <dgm:pt modelId="{97C1DCF4-1896-43BA-8A7E-D6112A3241A1}" type="pres">
      <dgm:prSet presAssocID="{8AA20905-3954-474B-A606-562BCA026DC1}" presName="ThreeNodes_3_text" presStyleLbl="node1" presStyleIdx="2" presStyleCnt="3">
        <dgm:presLayoutVars>
          <dgm:bulletEnabled val="1"/>
        </dgm:presLayoutVars>
      </dgm:prSet>
      <dgm:spPr/>
    </dgm:pt>
  </dgm:ptLst>
  <dgm:cxnLst>
    <dgm:cxn modelId="{652C5208-6532-4195-8BBE-2592602BDBB9}" type="presOf" srcId="{2B0CC718-437D-4115-99A7-1553AB40D4CA}" destId="{4FAD6867-8A2E-43D8-8735-652D1477B426}" srcOrd="0" destOrd="0" presId="urn:microsoft.com/office/officeart/2005/8/layout/vProcess5"/>
    <dgm:cxn modelId="{08FF3F20-7854-445A-BD62-0A3AF7332831}" type="presOf" srcId="{CA9815FA-201D-423C-B57C-3401FCE6696D}" destId="{3E9F784E-F132-401C-BEE8-3593BFB4A9DB}" srcOrd="1" destOrd="0" presId="urn:microsoft.com/office/officeart/2005/8/layout/vProcess5"/>
    <dgm:cxn modelId="{316CCD43-3232-4FF5-BF60-6BF31FA8A2D1}" type="presOf" srcId="{CA9815FA-201D-423C-B57C-3401FCE6696D}" destId="{20754C7B-D959-414E-876E-C71993C1E89F}" srcOrd="0" destOrd="0" presId="urn:microsoft.com/office/officeart/2005/8/layout/vProcess5"/>
    <dgm:cxn modelId="{9E81E774-3D15-4416-AC82-7FF48C2ECE76}" type="presOf" srcId="{53742231-981F-480A-940F-203EC2F7423F}" destId="{D6238067-689E-4A7F-9894-B443A0A3EB04}" srcOrd="1" destOrd="0" presId="urn:microsoft.com/office/officeart/2005/8/layout/vProcess5"/>
    <dgm:cxn modelId="{9221B282-ACD6-47E4-9475-3774492569DE}" type="presOf" srcId="{8AA20905-3954-474B-A606-562BCA026DC1}" destId="{5166449A-9932-4950-A522-A20A2792A6BC}" srcOrd="0" destOrd="0" presId="urn:microsoft.com/office/officeart/2005/8/layout/vProcess5"/>
    <dgm:cxn modelId="{5A2B9891-800A-47B5-84B6-FACAC09F50A3}" srcId="{8AA20905-3954-474B-A606-562BCA026DC1}" destId="{CA9815FA-201D-423C-B57C-3401FCE6696D}" srcOrd="1" destOrd="0" parTransId="{4FDDC9CB-32C4-45CF-B983-94DC1D4765AB}" sibTransId="{2B0CC718-437D-4115-99A7-1553AB40D4CA}"/>
    <dgm:cxn modelId="{D31759B8-F22B-4648-B0AE-5046BD4DDC56}" type="presOf" srcId="{9EF41CC5-EF3B-4A6D-8229-3F1333EADFB3}" destId="{9DD45743-28CD-4087-81F1-7D31A4D641A7}" srcOrd="0" destOrd="0" presId="urn:microsoft.com/office/officeart/2005/8/layout/vProcess5"/>
    <dgm:cxn modelId="{E476EEBC-7C9F-4E07-BD58-1044B9769B64}" srcId="{8AA20905-3954-474B-A606-562BCA026DC1}" destId="{9EF41CC5-EF3B-4A6D-8229-3F1333EADFB3}" srcOrd="2" destOrd="0" parTransId="{DAEF1C7D-B0C5-46FA-BED3-8A54E918D3E0}" sibTransId="{98E6DD7C-B953-4119-9F64-9914E467ECBF}"/>
    <dgm:cxn modelId="{F226B1C2-5D99-403A-8240-EAD6BD4D8534}" srcId="{8AA20905-3954-474B-A606-562BCA026DC1}" destId="{53742231-981F-480A-940F-203EC2F7423F}" srcOrd="0" destOrd="0" parTransId="{2FC75195-FBA1-43DE-85DD-40B4B3A2F1F3}" sibTransId="{EF449C32-A7AE-4099-9E9B-9E2F736A89CE}"/>
    <dgm:cxn modelId="{4871A5CB-A599-4B02-B5C6-5307B1543120}" type="presOf" srcId="{EF449C32-A7AE-4099-9E9B-9E2F736A89CE}" destId="{14EE1E83-EB3E-4AF0-9CDD-5B6AC8675C76}" srcOrd="0" destOrd="0" presId="urn:microsoft.com/office/officeart/2005/8/layout/vProcess5"/>
    <dgm:cxn modelId="{185B5CCC-E16D-48B4-B126-A893425A4F16}" type="presOf" srcId="{9EF41CC5-EF3B-4A6D-8229-3F1333EADFB3}" destId="{97C1DCF4-1896-43BA-8A7E-D6112A3241A1}" srcOrd="1" destOrd="0" presId="urn:microsoft.com/office/officeart/2005/8/layout/vProcess5"/>
    <dgm:cxn modelId="{9A87E5D4-FC12-4FC9-8D61-91946EBE1816}" type="presOf" srcId="{53742231-981F-480A-940F-203EC2F7423F}" destId="{3ED66203-E8AC-4644-9E96-D7BF455D02ED}" srcOrd="0" destOrd="0" presId="urn:microsoft.com/office/officeart/2005/8/layout/vProcess5"/>
    <dgm:cxn modelId="{B6B5D566-31AB-4306-88DA-88ACFBA20B99}" type="presParOf" srcId="{5166449A-9932-4950-A522-A20A2792A6BC}" destId="{2B6063AC-6C6E-404B-A2D5-09CB1C546AD7}" srcOrd="0" destOrd="0" presId="urn:microsoft.com/office/officeart/2005/8/layout/vProcess5"/>
    <dgm:cxn modelId="{AC755CAF-3651-4F9C-952E-D4921AAE6ED5}" type="presParOf" srcId="{5166449A-9932-4950-A522-A20A2792A6BC}" destId="{3ED66203-E8AC-4644-9E96-D7BF455D02ED}" srcOrd="1" destOrd="0" presId="urn:microsoft.com/office/officeart/2005/8/layout/vProcess5"/>
    <dgm:cxn modelId="{FF201F8A-EEAD-48FD-B68C-AC8484780759}" type="presParOf" srcId="{5166449A-9932-4950-A522-A20A2792A6BC}" destId="{20754C7B-D959-414E-876E-C71993C1E89F}" srcOrd="2" destOrd="0" presId="urn:microsoft.com/office/officeart/2005/8/layout/vProcess5"/>
    <dgm:cxn modelId="{482EA42F-8958-4CBF-892A-E4B158D8837F}" type="presParOf" srcId="{5166449A-9932-4950-A522-A20A2792A6BC}" destId="{9DD45743-28CD-4087-81F1-7D31A4D641A7}" srcOrd="3" destOrd="0" presId="urn:microsoft.com/office/officeart/2005/8/layout/vProcess5"/>
    <dgm:cxn modelId="{A0400FB1-6DB6-4829-B0EF-B6107828FA77}" type="presParOf" srcId="{5166449A-9932-4950-A522-A20A2792A6BC}" destId="{14EE1E83-EB3E-4AF0-9CDD-5B6AC8675C76}" srcOrd="4" destOrd="0" presId="urn:microsoft.com/office/officeart/2005/8/layout/vProcess5"/>
    <dgm:cxn modelId="{D5CC4233-289F-4757-94A2-6C7125572327}" type="presParOf" srcId="{5166449A-9932-4950-A522-A20A2792A6BC}" destId="{4FAD6867-8A2E-43D8-8735-652D1477B426}" srcOrd="5" destOrd="0" presId="urn:microsoft.com/office/officeart/2005/8/layout/vProcess5"/>
    <dgm:cxn modelId="{554CEEFE-354A-45FA-B7B5-AAD13E88519A}" type="presParOf" srcId="{5166449A-9932-4950-A522-A20A2792A6BC}" destId="{D6238067-689E-4A7F-9894-B443A0A3EB04}" srcOrd="6" destOrd="0" presId="urn:microsoft.com/office/officeart/2005/8/layout/vProcess5"/>
    <dgm:cxn modelId="{4D7E8861-402F-4C8E-AA8B-BE1596847F69}" type="presParOf" srcId="{5166449A-9932-4950-A522-A20A2792A6BC}" destId="{3E9F784E-F132-401C-BEE8-3593BFB4A9DB}" srcOrd="7" destOrd="0" presId="urn:microsoft.com/office/officeart/2005/8/layout/vProcess5"/>
    <dgm:cxn modelId="{C391788F-246D-4A61-88A9-0091BF592950}" type="presParOf" srcId="{5166449A-9932-4950-A522-A20A2792A6BC}" destId="{97C1DCF4-1896-43BA-8A7E-D6112A3241A1}"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8AA20905-3954-474B-A606-562BCA026DC1}" type="doc">
      <dgm:prSet loTypeId="urn:microsoft.com/office/officeart/2005/8/layout/chevron1" loCatId="process" qsTypeId="urn:microsoft.com/office/officeart/2005/8/quickstyle/simple1" qsCatId="simple" csTypeId="urn:microsoft.com/office/officeart/2005/8/colors/colorful1" csCatId="colorful" phldr="1"/>
      <dgm:spPr/>
      <dgm:t>
        <a:bodyPr/>
        <a:lstStyle/>
        <a:p>
          <a:endParaRPr lang="en-US"/>
        </a:p>
      </dgm:t>
    </dgm:pt>
    <dgm:pt modelId="{53742231-981F-480A-940F-203EC2F7423F}">
      <dgm:prSet custT="1"/>
      <dgm:spPr>
        <a:solidFill>
          <a:srgbClr val="F8FBFF"/>
        </a:solidFill>
        <a:ln>
          <a:solidFill>
            <a:srgbClr val="1565C0"/>
          </a:solidFill>
        </a:ln>
      </dgm:spPr>
      <dgm:t>
        <a:bodyPr/>
        <a:lstStyle/>
        <a:p>
          <a:pPr>
            <a:defRPr cap="all"/>
          </a:pPr>
          <a:r>
            <a:rPr lang="en-US" sz="2000" cap="none" dirty="0">
              <a:solidFill>
                <a:srgbClr val="212121"/>
              </a:solidFill>
            </a:rPr>
            <a:t>Many people are willing to donate but often struggle to find trustworthy organizations and a simple way to contribute. At the same time, charitable organizations face challenges in managing donations, maintaining records, and communicating their needs.</a:t>
          </a:r>
        </a:p>
      </dgm:t>
    </dgm:pt>
    <dgm:pt modelId="{2FC75195-FBA1-43DE-85DD-40B4B3A2F1F3}" type="parTrans" cxnId="{F226B1C2-5D99-403A-8240-EAD6BD4D8534}">
      <dgm:prSet/>
      <dgm:spPr/>
      <dgm:t>
        <a:bodyPr/>
        <a:lstStyle/>
        <a:p>
          <a:endParaRPr lang="en-US"/>
        </a:p>
      </dgm:t>
    </dgm:pt>
    <dgm:pt modelId="{EF449C32-A7AE-4099-9E9B-9E2F736A89CE}" type="sibTrans" cxnId="{F226B1C2-5D99-403A-8240-EAD6BD4D8534}">
      <dgm:prSet phldrT="01" phldr="0"/>
      <dgm:spPr/>
      <dgm:t>
        <a:bodyPr/>
        <a:lstStyle/>
        <a:p>
          <a:endParaRPr lang="en-US"/>
        </a:p>
      </dgm:t>
    </dgm:pt>
    <dgm:pt modelId="{CA9815FA-201D-423C-B57C-3401FCE6696D}">
      <dgm:prSet custT="1"/>
      <dgm:spPr>
        <a:solidFill>
          <a:srgbClr val="F8FBFF"/>
        </a:solidFill>
        <a:ln>
          <a:solidFill>
            <a:srgbClr val="1565C0"/>
          </a:solidFill>
        </a:ln>
      </dgm:spPr>
      <dgm:t>
        <a:bodyPr/>
        <a:lstStyle/>
        <a:p>
          <a:pPr>
            <a:defRPr cap="all"/>
          </a:pPr>
          <a:r>
            <a:rPr lang="en-US" sz="2000" cap="none" dirty="0">
              <a:solidFill>
                <a:srgbClr val="212121"/>
              </a:solidFill>
            </a:rPr>
            <a:t>Traditional donation methods are often manual, leading to poor record management, limited transparency, and difficulties in tracking donations. These challenges reduce the overall efficiency of the donation process.</a:t>
          </a:r>
        </a:p>
      </dgm:t>
    </dgm:pt>
    <dgm:pt modelId="{4FDDC9CB-32C4-45CF-B983-94DC1D4765AB}" type="parTrans" cxnId="{5A2B9891-800A-47B5-84B6-FACAC09F50A3}">
      <dgm:prSet/>
      <dgm:spPr/>
      <dgm:t>
        <a:bodyPr/>
        <a:lstStyle/>
        <a:p>
          <a:endParaRPr lang="en-US"/>
        </a:p>
      </dgm:t>
    </dgm:pt>
    <dgm:pt modelId="{2B0CC718-437D-4115-99A7-1553AB40D4CA}" type="sibTrans" cxnId="{5A2B9891-800A-47B5-84B6-FACAC09F50A3}">
      <dgm:prSet phldrT="02" phldr="0"/>
      <dgm:spPr/>
      <dgm:t>
        <a:bodyPr/>
        <a:lstStyle/>
        <a:p>
          <a:endParaRPr lang="en-US"/>
        </a:p>
      </dgm:t>
    </dgm:pt>
    <dgm:pt modelId="{26B161F6-DC3C-4117-985D-4D276D20D71D}" type="pres">
      <dgm:prSet presAssocID="{8AA20905-3954-474B-A606-562BCA026DC1}" presName="Name0" presStyleCnt="0">
        <dgm:presLayoutVars>
          <dgm:dir/>
          <dgm:animLvl val="lvl"/>
          <dgm:resizeHandles val="exact"/>
        </dgm:presLayoutVars>
      </dgm:prSet>
      <dgm:spPr/>
    </dgm:pt>
    <dgm:pt modelId="{7FBE42BB-3232-4F8B-A2B7-415145B6B8B6}" type="pres">
      <dgm:prSet presAssocID="{53742231-981F-480A-940F-203EC2F7423F}" presName="parTxOnly" presStyleLbl="node1" presStyleIdx="0" presStyleCnt="2">
        <dgm:presLayoutVars>
          <dgm:chMax val="0"/>
          <dgm:chPref val="0"/>
          <dgm:bulletEnabled val="1"/>
        </dgm:presLayoutVars>
      </dgm:prSet>
      <dgm:spPr/>
    </dgm:pt>
    <dgm:pt modelId="{3BE29560-A465-42D3-B858-06F0DC52C817}" type="pres">
      <dgm:prSet presAssocID="{EF449C32-A7AE-4099-9E9B-9E2F736A89CE}" presName="parTxOnlySpace" presStyleCnt="0"/>
      <dgm:spPr/>
    </dgm:pt>
    <dgm:pt modelId="{57CDECD6-CE18-4F69-B581-CE25ED6EFB86}" type="pres">
      <dgm:prSet presAssocID="{CA9815FA-201D-423C-B57C-3401FCE6696D}" presName="parTxOnly" presStyleLbl="node1" presStyleIdx="1" presStyleCnt="2">
        <dgm:presLayoutVars>
          <dgm:chMax val="0"/>
          <dgm:chPref val="0"/>
          <dgm:bulletEnabled val="1"/>
        </dgm:presLayoutVars>
      </dgm:prSet>
      <dgm:spPr/>
    </dgm:pt>
  </dgm:ptLst>
  <dgm:cxnLst>
    <dgm:cxn modelId="{2B4A3965-C13A-4F56-BF97-7997CBA6CCB9}" type="presOf" srcId="{CA9815FA-201D-423C-B57C-3401FCE6696D}" destId="{57CDECD6-CE18-4F69-B581-CE25ED6EFB86}" srcOrd="0" destOrd="0" presId="urn:microsoft.com/office/officeart/2005/8/layout/chevron1"/>
    <dgm:cxn modelId="{43086754-FDD9-41DB-BD8C-3193B1AAB0DD}" type="presOf" srcId="{8AA20905-3954-474B-A606-562BCA026DC1}" destId="{26B161F6-DC3C-4117-985D-4D276D20D71D}" srcOrd="0" destOrd="0" presId="urn:microsoft.com/office/officeart/2005/8/layout/chevron1"/>
    <dgm:cxn modelId="{5A2B9891-800A-47B5-84B6-FACAC09F50A3}" srcId="{8AA20905-3954-474B-A606-562BCA026DC1}" destId="{CA9815FA-201D-423C-B57C-3401FCE6696D}" srcOrd="1" destOrd="0" parTransId="{4FDDC9CB-32C4-45CF-B983-94DC1D4765AB}" sibTransId="{2B0CC718-437D-4115-99A7-1553AB40D4CA}"/>
    <dgm:cxn modelId="{020F78B9-687E-478A-AA5C-5E0C75B9E57F}" type="presOf" srcId="{53742231-981F-480A-940F-203EC2F7423F}" destId="{7FBE42BB-3232-4F8B-A2B7-415145B6B8B6}" srcOrd="0" destOrd="0" presId="urn:microsoft.com/office/officeart/2005/8/layout/chevron1"/>
    <dgm:cxn modelId="{F226B1C2-5D99-403A-8240-EAD6BD4D8534}" srcId="{8AA20905-3954-474B-A606-562BCA026DC1}" destId="{53742231-981F-480A-940F-203EC2F7423F}" srcOrd="0" destOrd="0" parTransId="{2FC75195-FBA1-43DE-85DD-40B4B3A2F1F3}" sibTransId="{EF449C32-A7AE-4099-9E9B-9E2F736A89CE}"/>
    <dgm:cxn modelId="{25B5056C-0008-452B-A336-EA390D028263}" type="presParOf" srcId="{26B161F6-DC3C-4117-985D-4D276D20D71D}" destId="{7FBE42BB-3232-4F8B-A2B7-415145B6B8B6}" srcOrd="0" destOrd="0" presId="urn:microsoft.com/office/officeart/2005/8/layout/chevron1"/>
    <dgm:cxn modelId="{C2BB4B36-5765-49E1-994A-18729BF4142E}" type="presParOf" srcId="{26B161F6-DC3C-4117-985D-4D276D20D71D}" destId="{3BE29560-A465-42D3-B858-06F0DC52C817}" srcOrd="1" destOrd="0" presId="urn:microsoft.com/office/officeart/2005/8/layout/chevron1"/>
    <dgm:cxn modelId="{52580A53-31F9-43B8-886B-6FD6970B1641}" type="presParOf" srcId="{26B161F6-DC3C-4117-985D-4D276D20D71D}" destId="{57CDECD6-CE18-4F69-B581-CE25ED6EFB86}" srcOrd="2"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AA20905-3954-474B-A606-562BCA026DC1}" type="doc">
      <dgm:prSet loTypeId="urn:microsoft.com/office/officeart/2005/8/layout/equation2" loCatId="process" qsTypeId="urn:microsoft.com/office/officeart/2005/8/quickstyle/simple1" qsCatId="simple" csTypeId="urn:microsoft.com/office/officeart/2005/8/colors/colorful1" csCatId="colorful" phldr="1"/>
      <dgm:spPr/>
      <dgm:t>
        <a:bodyPr/>
        <a:lstStyle/>
        <a:p>
          <a:endParaRPr lang="en-US"/>
        </a:p>
      </dgm:t>
    </dgm:pt>
    <dgm:pt modelId="{53742231-981F-480A-940F-203EC2F7423F}">
      <dgm:prSet custT="1"/>
      <dgm:spPr>
        <a:solidFill>
          <a:srgbClr val="F8FBFF"/>
        </a:solidFill>
        <a:ln>
          <a:solidFill>
            <a:srgbClr val="1565C0"/>
          </a:solidFill>
        </a:ln>
      </dgm:spPr>
      <dgm:t>
        <a:bodyPr/>
        <a:lstStyle/>
        <a:p>
          <a:pPr>
            <a:defRPr cap="all"/>
          </a:pPr>
          <a:r>
            <a:rPr lang="en-US" sz="2000" b="1" cap="none" dirty="0">
              <a:solidFill>
                <a:srgbClr val="212121"/>
              </a:solidFill>
            </a:rPr>
            <a:t>APNA SAHARA</a:t>
          </a:r>
          <a:r>
            <a:rPr lang="en-US" sz="2000" cap="none" dirty="0">
              <a:solidFill>
                <a:srgbClr val="212121"/>
              </a:solidFill>
            </a:rPr>
            <a:t> provides a centralized and user-friendly platform that simplifies the donation process by connecting donors with charitable organizations. It enables users to donate essential items, maintain donation records, and track their contributions with ease.</a:t>
          </a:r>
        </a:p>
      </dgm:t>
    </dgm:pt>
    <dgm:pt modelId="{2FC75195-FBA1-43DE-85DD-40B4B3A2F1F3}" type="parTrans" cxnId="{F226B1C2-5D99-403A-8240-EAD6BD4D8534}">
      <dgm:prSet/>
      <dgm:spPr/>
      <dgm:t>
        <a:bodyPr/>
        <a:lstStyle/>
        <a:p>
          <a:endParaRPr lang="en-US"/>
        </a:p>
      </dgm:t>
    </dgm:pt>
    <dgm:pt modelId="{EF449C32-A7AE-4099-9E9B-9E2F736A89CE}" type="sibTrans" cxnId="{F226B1C2-5D99-403A-8240-EAD6BD4D8534}">
      <dgm:prSet phldrT="01" phldr="0"/>
      <dgm:spPr>
        <a:solidFill>
          <a:srgbClr val="42A5F5"/>
        </a:solidFill>
      </dgm:spPr>
      <dgm:t>
        <a:bodyPr/>
        <a:lstStyle/>
        <a:p>
          <a:endParaRPr lang="en-US" dirty="0">
            <a:solidFill>
              <a:srgbClr val="212121"/>
            </a:solidFill>
          </a:endParaRPr>
        </a:p>
      </dgm:t>
    </dgm:pt>
    <dgm:pt modelId="{CA9815FA-201D-423C-B57C-3401FCE6696D}">
      <dgm:prSet custT="1"/>
      <dgm:spPr>
        <a:solidFill>
          <a:srgbClr val="F8FBFF"/>
        </a:solidFill>
        <a:ln>
          <a:solidFill>
            <a:srgbClr val="1565C0"/>
          </a:solidFill>
        </a:ln>
      </dgm:spPr>
      <dgm:t>
        <a:bodyPr/>
        <a:lstStyle/>
        <a:p>
          <a:pPr>
            <a:defRPr cap="all"/>
          </a:pPr>
          <a:r>
            <a:rPr lang="en-US" sz="2000" cap="none" dirty="0">
              <a:solidFill>
                <a:srgbClr val="212121"/>
              </a:solidFill>
            </a:rPr>
            <a:t>The platform also helps organizations manage donation requests and records efficiently, improving coordination, transparency, and accountability. By digitizing the entire process, it makes charitable giving more organized, reliable, and accessible for everyone.</a:t>
          </a:r>
        </a:p>
      </dgm:t>
    </dgm:pt>
    <dgm:pt modelId="{4FDDC9CB-32C4-45CF-B983-94DC1D4765AB}" type="parTrans" cxnId="{5A2B9891-800A-47B5-84B6-FACAC09F50A3}">
      <dgm:prSet/>
      <dgm:spPr/>
      <dgm:t>
        <a:bodyPr/>
        <a:lstStyle/>
        <a:p>
          <a:endParaRPr lang="en-US"/>
        </a:p>
      </dgm:t>
    </dgm:pt>
    <dgm:pt modelId="{2B0CC718-437D-4115-99A7-1553AB40D4CA}" type="sibTrans" cxnId="{5A2B9891-800A-47B5-84B6-FACAC09F50A3}">
      <dgm:prSet phldrT="02" phldr="0"/>
      <dgm:spPr/>
      <dgm:t>
        <a:bodyPr/>
        <a:lstStyle/>
        <a:p>
          <a:endParaRPr lang="en-US"/>
        </a:p>
      </dgm:t>
    </dgm:pt>
    <dgm:pt modelId="{A6A6725F-6B96-44A7-9C12-AAB7E12C1E00}" type="pres">
      <dgm:prSet presAssocID="{8AA20905-3954-474B-A606-562BCA026DC1}" presName="Name0" presStyleCnt="0">
        <dgm:presLayoutVars>
          <dgm:dir/>
          <dgm:resizeHandles val="exact"/>
        </dgm:presLayoutVars>
      </dgm:prSet>
      <dgm:spPr/>
    </dgm:pt>
    <dgm:pt modelId="{A9FD86E9-1DB6-452A-989F-226840DDBCDF}" type="pres">
      <dgm:prSet presAssocID="{8AA20905-3954-474B-A606-562BCA026DC1}" presName="vNodes" presStyleCnt="0"/>
      <dgm:spPr/>
    </dgm:pt>
    <dgm:pt modelId="{E112CF00-92F3-490B-9052-4991B09581AE}" type="pres">
      <dgm:prSet presAssocID="{53742231-981F-480A-940F-203EC2F7423F}" presName="node" presStyleLbl="node1" presStyleIdx="0" presStyleCnt="2">
        <dgm:presLayoutVars>
          <dgm:bulletEnabled val="1"/>
        </dgm:presLayoutVars>
      </dgm:prSet>
      <dgm:spPr/>
    </dgm:pt>
    <dgm:pt modelId="{242BFDB0-C217-4B09-B3B0-18571D35E889}" type="pres">
      <dgm:prSet presAssocID="{8AA20905-3954-474B-A606-562BCA026DC1}" presName="sibTransLast" presStyleLbl="sibTrans2D1" presStyleIdx="0" presStyleCnt="1"/>
      <dgm:spPr/>
    </dgm:pt>
    <dgm:pt modelId="{533E7868-40C2-46D2-9C21-EED7A893EA5C}" type="pres">
      <dgm:prSet presAssocID="{8AA20905-3954-474B-A606-562BCA026DC1}" presName="connectorText" presStyleLbl="sibTrans2D1" presStyleIdx="0" presStyleCnt="1"/>
      <dgm:spPr/>
    </dgm:pt>
    <dgm:pt modelId="{717D5651-9E46-4CC6-95E5-5AB69E4012C1}" type="pres">
      <dgm:prSet presAssocID="{8AA20905-3954-474B-A606-562BCA026DC1}" presName="lastNode" presStyleLbl="node1" presStyleIdx="1" presStyleCnt="2">
        <dgm:presLayoutVars>
          <dgm:bulletEnabled val="1"/>
        </dgm:presLayoutVars>
      </dgm:prSet>
      <dgm:spPr/>
    </dgm:pt>
  </dgm:ptLst>
  <dgm:cxnLst>
    <dgm:cxn modelId="{AF73641E-4A85-4F52-B6FE-4B5C5D4DE483}" type="presOf" srcId="{EF449C32-A7AE-4099-9E9B-9E2F736A89CE}" destId="{533E7868-40C2-46D2-9C21-EED7A893EA5C}" srcOrd="1" destOrd="0" presId="urn:microsoft.com/office/officeart/2005/8/layout/equation2"/>
    <dgm:cxn modelId="{16BD814A-47B3-4889-9715-B547468D79F2}" type="presOf" srcId="{8AA20905-3954-474B-A606-562BCA026DC1}" destId="{A6A6725F-6B96-44A7-9C12-AAB7E12C1E00}" srcOrd="0" destOrd="0" presId="urn:microsoft.com/office/officeart/2005/8/layout/equation2"/>
    <dgm:cxn modelId="{7B16184B-FAD8-411C-B9D7-94E5EDA11083}" type="presOf" srcId="{EF449C32-A7AE-4099-9E9B-9E2F736A89CE}" destId="{242BFDB0-C217-4B09-B3B0-18571D35E889}" srcOrd="0" destOrd="0" presId="urn:microsoft.com/office/officeart/2005/8/layout/equation2"/>
    <dgm:cxn modelId="{5A2B9891-800A-47B5-84B6-FACAC09F50A3}" srcId="{8AA20905-3954-474B-A606-562BCA026DC1}" destId="{CA9815FA-201D-423C-B57C-3401FCE6696D}" srcOrd="1" destOrd="0" parTransId="{4FDDC9CB-32C4-45CF-B983-94DC1D4765AB}" sibTransId="{2B0CC718-437D-4115-99A7-1553AB40D4CA}"/>
    <dgm:cxn modelId="{9536AC98-692B-492A-A8E0-C923C7DF941A}" type="presOf" srcId="{CA9815FA-201D-423C-B57C-3401FCE6696D}" destId="{717D5651-9E46-4CC6-95E5-5AB69E4012C1}" srcOrd="0" destOrd="0" presId="urn:microsoft.com/office/officeart/2005/8/layout/equation2"/>
    <dgm:cxn modelId="{4127E1AF-26FB-48D1-8DA1-CC0A9839F373}" type="presOf" srcId="{53742231-981F-480A-940F-203EC2F7423F}" destId="{E112CF00-92F3-490B-9052-4991B09581AE}" srcOrd="0" destOrd="0" presId="urn:microsoft.com/office/officeart/2005/8/layout/equation2"/>
    <dgm:cxn modelId="{F226B1C2-5D99-403A-8240-EAD6BD4D8534}" srcId="{8AA20905-3954-474B-A606-562BCA026DC1}" destId="{53742231-981F-480A-940F-203EC2F7423F}" srcOrd="0" destOrd="0" parTransId="{2FC75195-FBA1-43DE-85DD-40B4B3A2F1F3}" sibTransId="{EF449C32-A7AE-4099-9E9B-9E2F736A89CE}"/>
    <dgm:cxn modelId="{2206C2FE-19AF-4E94-84A1-560540D39ACA}" type="presParOf" srcId="{A6A6725F-6B96-44A7-9C12-AAB7E12C1E00}" destId="{A9FD86E9-1DB6-452A-989F-226840DDBCDF}" srcOrd="0" destOrd="0" presId="urn:microsoft.com/office/officeart/2005/8/layout/equation2"/>
    <dgm:cxn modelId="{57AA73BC-7606-4B40-9202-CCA0EF3CFF67}" type="presParOf" srcId="{A9FD86E9-1DB6-452A-989F-226840DDBCDF}" destId="{E112CF00-92F3-490B-9052-4991B09581AE}" srcOrd="0" destOrd="0" presId="urn:microsoft.com/office/officeart/2005/8/layout/equation2"/>
    <dgm:cxn modelId="{67359DF8-56B2-4E1E-AD6E-F11E34FC8F9E}" type="presParOf" srcId="{A6A6725F-6B96-44A7-9C12-AAB7E12C1E00}" destId="{242BFDB0-C217-4B09-B3B0-18571D35E889}" srcOrd="1" destOrd="0" presId="urn:microsoft.com/office/officeart/2005/8/layout/equation2"/>
    <dgm:cxn modelId="{BD6BAD9E-B71A-49E3-AA2E-676407A80169}" type="presParOf" srcId="{242BFDB0-C217-4B09-B3B0-18571D35E889}" destId="{533E7868-40C2-46D2-9C21-EED7A893EA5C}" srcOrd="0" destOrd="0" presId="urn:microsoft.com/office/officeart/2005/8/layout/equation2"/>
    <dgm:cxn modelId="{D7ACE816-B7BC-42A1-A1F9-B2273562A900}" type="presParOf" srcId="{A6A6725F-6B96-44A7-9C12-AAB7E12C1E00}" destId="{717D5651-9E46-4CC6-95E5-5AB69E4012C1}"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AA20905-3954-474B-A606-562BCA026DC1}" type="doc">
      <dgm:prSet loTypeId="urn:microsoft.com/office/officeart/2005/8/layout/chevronAccent+Icon" loCatId="process" qsTypeId="urn:microsoft.com/office/officeart/2005/8/quickstyle/simple1" qsCatId="simple" csTypeId="urn:microsoft.com/office/officeart/2005/8/colors/colorful1" csCatId="colorful" phldr="1"/>
      <dgm:spPr/>
      <dgm:t>
        <a:bodyPr/>
        <a:lstStyle/>
        <a:p>
          <a:endParaRPr lang="en-US"/>
        </a:p>
      </dgm:t>
    </dgm:pt>
    <dgm:pt modelId="{53742231-981F-480A-940F-203EC2F7423F}">
      <dgm:prSet custT="1"/>
      <dgm:spPr>
        <a:solidFill>
          <a:srgbClr val="F8FBFF">
            <a:alpha val="90000"/>
          </a:srgbClr>
        </a:solidFill>
        <a:ln>
          <a:solidFill>
            <a:srgbClr val="1565C0"/>
          </a:solidFill>
        </a:ln>
      </dgm:spPr>
      <dgm:t>
        <a:bodyPr/>
        <a:lstStyle/>
        <a:p>
          <a:pPr>
            <a:defRPr cap="all"/>
          </a:pPr>
          <a:r>
            <a:rPr lang="en-US" sz="2000" cap="none" dirty="0">
              <a:solidFill>
                <a:srgbClr val="212121"/>
              </a:solidFill>
            </a:rPr>
            <a:t>To empower communities by creating a trusted donation ecosystem where every contribution brings hope, every donor inspires change, and every act of kindness transforms lives.</a:t>
          </a:r>
        </a:p>
      </dgm:t>
    </dgm:pt>
    <dgm:pt modelId="{2FC75195-FBA1-43DE-85DD-40B4B3A2F1F3}" type="parTrans" cxnId="{F226B1C2-5D99-403A-8240-EAD6BD4D8534}">
      <dgm:prSet/>
      <dgm:spPr/>
      <dgm:t>
        <a:bodyPr/>
        <a:lstStyle/>
        <a:p>
          <a:endParaRPr lang="en-US"/>
        </a:p>
      </dgm:t>
    </dgm:pt>
    <dgm:pt modelId="{EF449C32-A7AE-4099-9E9B-9E2F736A89CE}" type="sibTrans" cxnId="{F226B1C2-5D99-403A-8240-EAD6BD4D8534}">
      <dgm:prSet phldrT="01" phldr="0"/>
      <dgm:spPr/>
      <dgm:t>
        <a:bodyPr/>
        <a:lstStyle/>
        <a:p>
          <a:endParaRPr lang="en-US" dirty="0"/>
        </a:p>
      </dgm:t>
    </dgm:pt>
    <dgm:pt modelId="{2AC03AF6-4ED0-4EC8-ABB5-37490BB392CF}" type="pres">
      <dgm:prSet presAssocID="{8AA20905-3954-474B-A606-562BCA026DC1}" presName="Name0" presStyleCnt="0">
        <dgm:presLayoutVars>
          <dgm:dir/>
          <dgm:resizeHandles val="exact"/>
        </dgm:presLayoutVars>
      </dgm:prSet>
      <dgm:spPr/>
    </dgm:pt>
    <dgm:pt modelId="{8468F61C-8428-4014-B230-57B774DD7A8E}" type="pres">
      <dgm:prSet presAssocID="{53742231-981F-480A-940F-203EC2F7423F}" presName="composite" presStyleCnt="0"/>
      <dgm:spPr/>
    </dgm:pt>
    <dgm:pt modelId="{B6503AAD-A02B-4D26-A283-0EB3FB5A19A3}" type="pres">
      <dgm:prSet presAssocID="{53742231-981F-480A-940F-203EC2F7423F}" presName="bgChev" presStyleLbl="node1" presStyleIdx="0" presStyleCnt="1"/>
      <dgm:spPr>
        <a:solidFill>
          <a:srgbClr val="42A5F5"/>
        </a:solidFill>
        <a:ln>
          <a:solidFill>
            <a:srgbClr val="1565C0"/>
          </a:solidFill>
        </a:ln>
      </dgm:spPr>
    </dgm:pt>
    <dgm:pt modelId="{2199448B-D50F-49F7-A34F-A4C777AD8044}" type="pres">
      <dgm:prSet presAssocID="{53742231-981F-480A-940F-203EC2F7423F}" presName="txNode" presStyleLbl="fgAcc1" presStyleIdx="0" presStyleCnt="1">
        <dgm:presLayoutVars>
          <dgm:bulletEnabled val="1"/>
        </dgm:presLayoutVars>
      </dgm:prSet>
      <dgm:spPr/>
    </dgm:pt>
  </dgm:ptLst>
  <dgm:cxnLst>
    <dgm:cxn modelId="{59FF730B-6CF7-4C1A-8A75-E0C1E27729A7}" type="presOf" srcId="{8AA20905-3954-474B-A606-562BCA026DC1}" destId="{2AC03AF6-4ED0-4EC8-ABB5-37490BB392CF}" srcOrd="0" destOrd="0" presId="urn:microsoft.com/office/officeart/2005/8/layout/chevronAccent+Icon"/>
    <dgm:cxn modelId="{AE7AA953-B057-410D-88D0-207B2B6A6196}" type="presOf" srcId="{53742231-981F-480A-940F-203EC2F7423F}" destId="{2199448B-D50F-49F7-A34F-A4C777AD8044}" srcOrd="0" destOrd="0" presId="urn:microsoft.com/office/officeart/2005/8/layout/chevronAccent+Icon"/>
    <dgm:cxn modelId="{F226B1C2-5D99-403A-8240-EAD6BD4D8534}" srcId="{8AA20905-3954-474B-A606-562BCA026DC1}" destId="{53742231-981F-480A-940F-203EC2F7423F}" srcOrd="0" destOrd="0" parTransId="{2FC75195-FBA1-43DE-85DD-40B4B3A2F1F3}" sibTransId="{EF449C32-A7AE-4099-9E9B-9E2F736A89CE}"/>
    <dgm:cxn modelId="{E5B9F3AF-388D-4C21-B639-C1041EE5952B}" type="presParOf" srcId="{2AC03AF6-4ED0-4EC8-ABB5-37490BB392CF}" destId="{8468F61C-8428-4014-B230-57B774DD7A8E}" srcOrd="0" destOrd="0" presId="urn:microsoft.com/office/officeart/2005/8/layout/chevronAccent+Icon"/>
    <dgm:cxn modelId="{4E243C37-FF86-4D21-93E9-24556F6FD553}" type="presParOf" srcId="{8468F61C-8428-4014-B230-57B774DD7A8E}" destId="{B6503AAD-A02B-4D26-A283-0EB3FB5A19A3}" srcOrd="0" destOrd="0" presId="urn:microsoft.com/office/officeart/2005/8/layout/chevronAccent+Icon"/>
    <dgm:cxn modelId="{26735C39-2917-4D2D-BEA1-0A15A4155D69}" type="presParOf" srcId="{8468F61C-8428-4014-B230-57B774DD7A8E}" destId="{2199448B-D50F-49F7-A34F-A4C777AD8044}"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AA20905-3954-474B-A606-562BCA026DC1}" type="doc">
      <dgm:prSet loTypeId="urn:microsoft.com/office/officeart/2024/layout/BulletTimelineInverted" loCatId="process" qsTypeId="urn:microsoft.com/office/officeart/2005/8/quickstyle/simple1" qsCatId="simple" csTypeId="urn:microsoft.com/office/officeart/2005/8/colors/colorful1" csCatId="colorful" phldr="1"/>
      <dgm:spPr/>
      <dgm:t>
        <a:bodyPr/>
        <a:lstStyle/>
        <a:p>
          <a:endParaRPr lang="en-US"/>
        </a:p>
      </dgm:t>
    </dgm:pt>
    <dgm:pt modelId="{53742231-981F-480A-940F-203EC2F7423F}">
      <dgm:prSet custT="1"/>
      <dgm:spPr/>
      <dgm:t>
        <a:bodyPr/>
        <a:lstStyle/>
        <a:p>
          <a:pPr>
            <a:defRPr b="1"/>
          </a:pPr>
          <a:r>
            <a:rPr lang="en-US" sz="2000" dirty="0">
              <a:solidFill>
                <a:srgbClr val="212121"/>
              </a:solidFill>
            </a:rPr>
            <a:t>To develop a secure and user-friendly charity donation management platform.</a:t>
          </a:r>
          <a:endParaRPr lang="en-US" sz="2000" cap="none" dirty="0">
            <a:solidFill>
              <a:srgbClr val="212121"/>
            </a:solidFill>
          </a:endParaRPr>
        </a:p>
      </dgm:t>
    </dgm:pt>
    <dgm:pt modelId="{2FC75195-FBA1-43DE-85DD-40B4B3A2F1F3}" type="parTrans" cxnId="{F226B1C2-5D99-403A-8240-EAD6BD4D8534}">
      <dgm:prSet/>
      <dgm:spPr/>
      <dgm:t>
        <a:bodyPr/>
        <a:lstStyle/>
        <a:p>
          <a:endParaRPr lang="en-US"/>
        </a:p>
      </dgm:t>
    </dgm:pt>
    <dgm:pt modelId="{EF449C32-A7AE-4099-9E9B-9E2F736A89CE}" type="sibTrans" cxnId="{F226B1C2-5D99-403A-8240-EAD6BD4D8534}">
      <dgm:prSet phldrT="01" phldr="0"/>
      <dgm:spPr/>
      <dgm:t>
        <a:bodyPr/>
        <a:lstStyle/>
        <a:p>
          <a:endParaRPr lang="en-US" dirty="0"/>
        </a:p>
      </dgm:t>
    </dgm:pt>
    <dgm:pt modelId="{864D3C16-0D58-4541-A02B-E1E9AAFFF5CA}">
      <dgm:prSet custT="1"/>
      <dgm:spPr/>
      <dgm:t>
        <a:bodyPr/>
        <a:lstStyle/>
        <a:p>
          <a:pPr>
            <a:defRPr b="1"/>
          </a:pPr>
          <a:r>
            <a:rPr lang="en-US" sz="2000" dirty="0">
              <a:solidFill>
                <a:srgbClr val="212121"/>
              </a:solidFill>
            </a:rPr>
            <a:t>To simplify the donation process for donors and charitable organizations.</a:t>
          </a:r>
          <a:endParaRPr lang="en-US" sz="2000" cap="none" dirty="0">
            <a:solidFill>
              <a:srgbClr val="212121"/>
            </a:solidFill>
          </a:endParaRPr>
        </a:p>
      </dgm:t>
    </dgm:pt>
    <dgm:pt modelId="{1A34A501-F5F6-4C19-86B6-89133FBF2E00}" type="parTrans" cxnId="{21E51D23-D8CE-43F3-8DCD-E683362BC8E6}">
      <dgm:prSet/>
      <dgm:spPr/>
      <dgm:t>
        <a:bodyPr/>
        <a:lstStyle/>
        <a:p>
          <a:endParaRPr lang="en-US"/>
        </a:p>
      </dgm:t>
    </dgm:pt>
    <dgm:pt modelId="{B52F64EB-C00A-470B-9CA7-F30B94B239E1}" type="sibTrans" cxnId="{21E51D23-D8CE-43F3-8DCD-E683362BC8E6}">
      <dgm:prSet/>
      <dgm:spPr/>
      <dgm:t>
        <a:bodyPr/>
        <a:lstStyle/>
        <a:p>
          <a:endParaRPr lang="en-US"/>
        </a:p>
      </dgm:t>
    </dgm:pt>
    <dgm:pt modelId="{54018198-53C7-4A4F-9013-5014C45C3240}">
      <dgm:prSet custT="1"/>
      <dgm:spPr/>
      <dgm:t>
        <a:bodyPr/>
        <a:lstStyle/>
        <a:p>
          <a:pPr>
            <a:defRPr b="1"/>
          </a:pPr>
          <a:r>
            <a:rPr lang="en-US" sz="2000" dirty="0">
              <a:solidFill>
                <a:srgbClr val="212121"/>
              </a:solidFill>
            </a:rPr>
            <a:t>To provide a transparent system for managing and tracking donations.</a:t>
          </a:r>
          <a:endParaRPr lang="en-US" sz="2000" cap="none" dirty="0">
            <a:solidFill>
              <a:srgbClr val="212121"/>
            </a:solidFill>
          </a:endParaRPr>
        </a:p>
      </dgm:t>
    </dgm:pt>
    <dgm:pt modelId="{87A0A71D-F022-45F1-A86E-38758DD451D7}" type="parTrans" cxnId="{84EACEDA-CDA4-4507-A353-546C804D5ED8}">
      <dgm:prSet/>
      <dgm:spPr/>
      <dgm:t>
        <a:bodyPr/>
        <a:lstStyle/>
        <a:p>
          <a:endParaRPr lang="en-US"/>
        </a:p>
      </dgm:t>
    </dgm:pt>
    <dgm:pt modelId="{0C37B8DE-74D8-4B01-AD3E-E3947F2C8D38}" type="sibTrans" cxnId="{84EACEDA-CDA4-4507-A353-546C804D5ED8}">
      <dgm:prSet/>
      <dgm:spPr/>
      <dgm:t>
        <a:bodyPr/>
        <a:lstStyle/>
        <a:p>
          <a:endParaRPr lang="en-US"/>
        </a:p>
      </dgm:t>
    </dgm:pt>
    <dgm:pt modelId="{37DE68E4-9E62-4800-A747-5902C7860D5D}">
      <dgm:prSet custT="1"/>
      <dgm:spPr/>
      <dgm:t>
        <a:bodyPr/>
        <a:lstStyle/>
        <a:p>
          <a:pPr>
            <a:defRPr b="1"/>
          </a:pPr>
          <a:r>
            <a:rPr lang="en-US" sz="2000" dirty="0">
              <a:solidFill>
                <a:srgbClr val="212121"/>
              </a:solidFill>
            </a:rPr>
            <a:t>To maintain accurate records of donors, organizations, and donation activities.</a:t>
          </a:r>
          <a:endParaRPr lang="en-US" sz="2000" cap="none" dirty="0">
            <a:solidFill>
              <a:srgbClr val="212121"/>
            </a:solidFill>
          </a:endParaRPr>
        </a:p>
      </dgm:t>
    </dgm:pt>
    <dgm:pt modelId="{ADC5AF25-CC26-48F3-A125-CAED769ECA9A}" type="parTrans" cxnId="{573A9F9B-DE30-4139-8920-7B65918E6BD0}">
      <dgm:prSet/>
      <dgm:spPr/>
      <dgm:t>
        <a:bodyPr/>
        <a:lstStyle/>
        <a:p>
          <a:endParaRPr lang="en-US"/>
        </a:p>
      </dgm:t>
    </dgm:pt>
    <dgm:pt modelId="{BC63786D-1D37-4F21-B411-A760EAAC337E}" type="sibTrans" cxnId="{573A9F9B-DE30-4139-8920-7B65918E6BD0}">
      <dgm:prSet/>
      <dgm:spPr/>
      <dgm:t>
        <a:bodyPr/>
        <a:lstStyle/>
        <a:p>
          <a:endParaRPr lang="en-US"/>
        </a:p>
      </dgm:t>
    </dgm:pt>
    <dgm:pt modelId="{0F070FD3-6F6F-4A2D-879B-DE8562CF5A75}">
      <dgm:prSet custT="1"/>
      <dgm:spPr/>
      <dgm:t>
        <a:bodyPr/>
        <a:lstStyle/>
        <a:p>
          <a:pPr>
            <a:defRPr b="1"/>
          </a:pPr>
          <a:r>
            <a:rPr lang="en-US" sz="2000">
              <a:solidFill>
                <a:srgbClr val="212121"/>
              </a:solidFill>
            </a:rPr>
            <a:t>To improve coordination and communication between donors and charitable organizations.</a:t>
          </a:r>
          <a:endParaRPr lang="en-US" sz="2000" cap="none" dirty="0">
            <a:solidFill>
              <a:srgbClr val="212121"/>
            </a:solidFill>
          </a:endParaRPr>
        </a:p>
      </dgm:t>
    </dgm:pt>
    <dgm:pt modelId="{1502635F-9F34-47B2-8D0C-94E5B830CCD4}" type="parTrans" cxnId="{8AD5796C-3769-4EE2-97C4-C11457F42039}">
      <dgm:prSet/>
      <dgm:spPr/>
      <dgm:t>
        <a:bodyPr/>
        <a:lstStyle/>
        <a:p>
          <a:endParaRPr lang="en-US"/>
        </a:p>
      </dgm:t>
    </dgm:pt>
    <dgm:pt modelId="{58D10AB4-BF28-47F0-9A95-69DD25E0B18C}" type="sibTrans" cxnId="{8AD5796C-3769-4EE2-97C4-C11457F42039}">
      <dgm:prSet/>
      <dgm:spPr/>
      <dgm:t>
        <a:bodyPr/>
        <a:lstStyle/>
        <a:p>
          <a:endParaRPr lang="en-US"/>
        </a:p>
      </dgm:t>
    </dgm:pt>
    <dgm:pt modelId="{B805DC71-BA53-46C0-9AD7-4B1FA9BE2E7C}">
      <dgm:prSet custT="1"/>
      <dgm:spPr/>
      <dgm:t>
        <a:bodyPr/>
        <a:lstStyle/>
        <a:p>
          <a:pPr>
            <a:defRPr b="1"/>
          </a:pPr>
          <a:r>
            <a:rPr lang="en-US" sz="2000" dirty="0">
              <a:solidFill>
                <a:srgbClr val="212121"/>
              </a:solidFill>
            </a:rPr>
            <a:t>To encourage community participation and promote the spirit of helping those in need.</a:t>
          </a:r>
          <a:endParaRPr lang="en-US" sz="2000" cap="none" dirty="0">
            <a:solidFill>
              <a:srgbClr val="212121"/>
            </a:solidFill>
          </a:endParaRPr>
        </a:p>
      </dgm:t>
    </dgm:pt>
    <dgm:pt modelId="{C013476B-7A48-4249-BA1C-88F15F9B39B6}" type="parTrans" cxnId="{53868521-3F2A-4A5F-B718-DED3A3E1E7BA}">
      <dgm:prSet/>
      <dgm:spPr/>
      <dgm:t>
        <a:bodyPr/>
        <a:lstStyle/>
        <a:p>
          <a:endParaRPr lang="en-US"/>
        </a:p>
      </dgm:t>
    </dgm:pt>
    <dgm:pt modelId="{845F4AD8-049E-43C6-8E8A-A902BEF34E3D}" type="sibTrans" cxnId="{53868521-3F2A-4A5F-B718-DED3A3E1E7BA}">
      <dgm:prSet/>
      <dgm:spPr/>
      <dgm:t>
        <a:bodyPr/>
        <a:lstStyle/>
        <a:p>
          <a:endParaRPr lang="en-US"/>
        </a:p>
      </dgm:t>
    </dgm:pt>
    <dgm:pt modelId="{BC05EC39-FFC8-42BF-A7E3-AB04A1DDCDDC}" type="pres">
      <dgm:prSet presAssocID="{8AA20905-3954-474B-A606-562BCA026DC1}" presName="root" presStyleCnt="0">
        <dgm:presLayoutVars>
          <dgm:dir/>
          <dgm:animLvl val="lvl"/>
        </dgm:presLayoutVars>
      </dgm:prSet>
      <dgm:spPr/>
    </dgm:pt>
    <dgm:pt modelId="{89FE8B41-E757-4991-8793-CF061777AD6B}" type="pres">
      <dgm:prSet presAssocID="{8AA20905-3954-474B-A606-562BCA026DC1}" presName="divider" presStyleCnt="0"/>
      <dgm:spPr/>
    </dgm:pt>
    <dgm:pt modelId="{A902AF59-244D-46E3-A812-AB3E2E142A0A}" type="pres">
      <dgm:prSet presAssocID="{8AA20905-3954-474B-A606-562BCA026DC1}" presName="rectBar" presStyleLbl="dkBgShp" presStyleIdx="0" presStyleCnt="8"/>
      <dgm:spPr>
        <a:solidFill>
          <a:srgbClr val="42A5F5"/>
        </a:solidFill>
        <a:ln>
          <a:solidFill>
            <a:srgbClr val="42A5F5"/>
          </a:solidFill>
        </a:ln>
        <a:effectLst/>
      </dgm:spPr>
    </dgm:pt>
    <dgm:pt modelId="{33C7F690-7057-46E0-8B3E-B8710EA93BCE}" type="pres">
      <dgm:prSet presAssocID="{8AA20905-3954-474B-A606-562BCA026DC1}" presName="chevronArrow" presStyleLbl="dkBgShp" presStyleIdx="1" presStyleCnt="8"/>
      <dgm:spPr>
        <a:solidFill>
          <a:srgbClr val="42A5F5"/>
        </a:solidFill>
        <a:ln>
          <a:noFill/>
        </a:ln>
        <a:effectLst/>
      </dgm:spPr>
    </dgm:pt>
    <dgm:pt modelId="{D51AB835-FE9B-436F-8A24-DA8F0C357128}" type="pres">
      <dgm:prSet presAssocID="{8AA20905-3954-474B-A606-562BCA026DC1}" presName="nodes" presStyleCnt="0">
        <dgm:presLayoutVars>
          <dgm:chMax/>
          <dgm:chPref/>
          <dgm:animLvl val="lvl"/>
        </dgm:presLayoutVars>
      </dgm:prSet>
      <dgm:spPr/>
    </dgm:pt>
    <dgm:pt modelId="{A009C30F-E372-41E8-A0DE-7AF2DE09B01D}" type="pres">
      <dgm:prSet presAssocID="{53742231-981F-480A-940F-203EC2F7423F}" presName="composite" presStyleCnt="0"/>
      <dgm:spPr/>
    </dgm:pt>
    <dgm:pt modelId="{6A973E4E-DD06-45C3-81C0-3A5DD9090092}" type="pres">
      <dgm:prSet presAssocID="{53742231-981F-480A-940F-203EC2F7423F}" presName="DropPinPlaceHolder" presStyleCnt="0"/>
      <dgm:spPr/>
    </dgm:pt>
    <dgm:pt modelId="{58C7ECC0-BE2E-4C51-8181-7F3F12B71EC5}" type="pres">
      <dgm:prSet presAssocID="{53742231-981F-480A-940F-203EC2F7423F}" presName="DropPin" presStyleLbl="alignNode1" presStyleIdx="0" presStyleCnt="6"/>
      <dgm:spPr/>
    </dgm:pt>
    <dgm:pt modelId="{9C62F75A-7BD8-482A-A2A9-CD6499D3C113}" type="pres">
      <dgm:prSet presAssocID="{53742231-981F-480A-940F-203EC2F7423F}" presName="Ellipse" presStyleLbl="fgAcc1" presStyleIdx="0" presStyleCnt="6"/>
      <dgm:spPr/>
    </dgm:pt>
    <dgm:pt modelId="{D2A08B11-2AD8-4682-801B-7521FCC05779}" type="pres">
      <dgm:prSet presAssocID="{53742231-981F-480A-940F-203EC2F7423F}" presName="L2TextContainer" presStyleLbl="revTx" presStyleIdx="0" presStyleCnt="12">
        <dgm:presLayoutVars>
          <dgm:bulletEnabled val="1"/>
        </dgm:presLayoutVars>
      </dgm:prSet>
      <dgm:spPr/>
    </dgm:pt>
    <dgm:pt modelId="{76985C0C-BADC-485E-B1E0-97286D6EAF7E}" type="pres">
      <dgm:prSet presAssocID="{53742231-981F-480A-940F-203EC2F7423F}" presName="L1TextContainer" presStyleLbl="revTx" presStyleIdx="1" presStyleCnt="12">
        <dgm:presLayoutVars>
          <dgm:chMax val="1"/>
          <dgm:chPref val="1"/>
          <dgm:bulletEnabled val="1"/>
        </dgm:presLayoutVars>
      </dgm:prSet>
      <dgm:spPr/>
    </dgm:pt>
    <dgm:pt modelId="{E081B936-FE5B-4575-94DF-8676BB137578}" type="pres">
      <dgm:prSet presAssocID="{53742231-981F-480A-940F-203EC2F7423F}" presName="ConnectLine" presStyleLbl="dkBgShp" presStyleIdx="2" presStyleCnt="8"/>
      <dgm:spPr>
        <a:solidFill>
          <a:srgbClr val="42A5F5"/>
        </a:solidFill>
        <a:ln>
          <a:solidFill>
            <a:srgbClr val="42A5F5"/>
          </a:solidFill>
        </a:ln>
      </dgm:spPr>
    </dgm:pt>
    <dgm:pt modelId="{598EC033-1BA5-4D0F-9EA3-49F8A9069715}" type="pres">
      <dgm:prSet presAssocID="{53742231-981F-480A-940F-203EC2F7423F}" presName="ConnectorPoint" presStyleCnt="0"/>
      <dgm:spPr/>
    </dgm:pt>
    <dgm:pt modelId="{8C0D551D-CCC3-4FAE-B420-F7FFB6733992}" type="pres">
      <dgm:prSet presAssocID="{53742231-981F-480A-940F-203EC2F7423F}" presName="Bullet" presStyleLbl="lnNode1" presStyleIdx="0" presStyleCnt="6"/>
      <dgm:spPr>
        <a:solidFill>
          <a:srgbClr val="42A5F5"/>
        </a:solidFill>
        <a:ln>
          <a:solidFill>
            <a:srgbClr val="42A5F5"/>
          </a:solidFill>
        </a:ln>
      </dgm:spPr>
    </dgm:pt>
    <dgm:pt modelId="{75BA1B87-7705-4006-B09F-B94671563924}" type="pres">
      <dgm:prSet presAssocID="{53742231-981F-480A-940F-203EC2F7423F}" presName="EmptyPlaceHolder" presStyleCnt="0"/>
      <dgm:spPr/>
    </dgm:pt>
    <dgm:pt modelId="{815F272F-27F0-4A82-A452-DB40685FA364}" type="pres">
      <dgm:prSet presAssocID="{EF449C32-A7AE-4099-9E9B-9E2F736A89CE}" presName="spaceBetweenRectangles" presStyleCnt="0"/>
      <dgm:spPr/>
    </dgm:pt>
    <dgm:pt modelId="{19ABE1A1-CD11-40F3-BCBA-A7B0958362B8}" type="pres">
      <dgm:prSet presAssocID="{864D3C16-0D58-4541-A02B-E1E9AAFFF5CA}" presName="composite" presStyleCnt="0"/>
      <dgm:spPr/>
    </dgm:pt>
    <dgm:pt modelId="{6A026321-0DD9-4EC4-AD2F-94A15118BC47}" type="pres">
      <dgm:prSet presAssocID="{864D3C16-0D58-4541-A02B-E1E9AAFFF5CA}" presName="DropPinPlaceHolder" presStyleCnt="0"/>
      <dgm:spPr/>
    </dgm:pt>
    <dgm:pt modelId="{59625006-5AEC-42FC-9FC4-8A9AE6D1F9F6}" type="pres">
      <dgm:prSet presAssocID="{864D3C16-0D58-4541-A02B-E1E9AAFFF5CA}" presName="DropPin" presStyleLbl="alignNode1" presStyleIdx="1" presStyleCnt="6"/>
      <dgm:spPr/>
    </dgm:pt>
    <dgm:pt modelId="{3DD301AC-2B1B-4187-A2CB-5AC00C1E6D6B}" type="pres">
      <dgm:prSet presAssocID="{864D3C16-0D58-4541-A02B-E1E9AAFFF5CA}" presName="Ellipse" presStyleLbl="fgAcc1" presStyleIdx="1" presStyleCnt="6"/>
      <dgm:spPr/>
    </dgm:pt>
    <dgm:pt modelId="{2942EAB3-8DEE-4F78-A61A-99B7714430D7}" type="pres">
      <dgm:prSet presAssocID="{864D3C16-0D58-4541-A02B-E1E9AAFFF5CA}" presName="L2TextContainer" presStyleLbl="revTx" presStyleIdx="2" presStyleCnt="12">
        <dgm:presLayoutVars>
          <dgm:bulletEnabled val="1"/>
        </dgm:presLayoutVars>
      </dgm:prSet>
      <dgm:spPr/>
    </dgm:pt>
    <dgm:pt modelId="{A35328CB-DEB6-4797-B5EC-13C014338A29}" type="pres">
      <dgm:prSet presAssocID="{864D3C16-0D58-4541-A02B-E1E9AAFFF5CA}" presName="L1TextContainer" presStyleLbl="revTx" presStyleIdx="3" presStyleCnt="12">
        <dgm:presLayoutVars>
          <dgm:chMax val="1"/>
          <dgm:chPref val="1"/>
          <dgm:bulletEnabled val="1"/>
        </dgm:presLayoutVars>
      </dgm:prSet>
      <dgm:spPr/>
    </dgm:pt>
    <dgm:pt modelId="{ACDD0547-3461-4C01-BE06-6CCE2F0308D7}" type="pres">
      <dgm:prSet presAssocID="{864D3C16-0D58-4541-A02B-E1E9AAFFF5CA}" presName="ConnectLine" presStyleLbl="dkBgShp" presStyleIdx="3" presStyleCnt="8"/>
      <dgm:spPr>
        <a:solidFill>
          <a:srgbClr val="42A5F5"/>
        </a:solidFill>
        <a:ln>
          <a:solidFill>
            <a:srgbClr val="42A5F5"/>
          </a:solidFill>
        </a:ln>
      </dgm:spPr>
    </dgm:pt>
    <dgm:pt modelId="{6EBE1928-4E65-4212-9160-14C80DA5A3EC}" type="pres">
      <dgm:prSet presAssocID="{864D3C16-0D58-4541-A02B-E1E9AAFFF5CA}" presName="ConnectorPoint" presStyleCnt="0"/>
      <dgm:spPr/>
    </dgm:pt>
    <dgm:pt modelId="{3A5A1158-C268-4595-B329-E8BACF364185}" type="pres">
      <dgm:prSet presAssocID="{864D3C16-0D58-4541-A02B-E1E9AAFFF5CA}" presName="Bullet" presStyleLbl="lnNode1" presStyleIdx="1" presStyleCnt="6"/>
      <dgm:spPr>
        <a:solidFill>
          <a:srgbClr val="42A5F5"/>
        </a:solidFill>
      </dgm:spPr>
    </dgm:pt>
    <dgm:pt modelId="{D971CBF5-5600-4C33-84D8-141044C35064}" type="pres">
      <dgm:prSet presAssocID="{864D3C16-0D58-4541-A02B-E1E9AAFFF5CA}" presName="EmptyPlaceHolder" presStyleCnt="0"/>
      <dgm:spPr/>
    </dgm:pt>
    <dgm:pt modelId="{698ED461-8147-4DE9-A110-9C437EDC9D56}" type="pres">
      <dgm:prSet presAssocID="{B52F64EB-C00A-470B-9CA7-F30B94B239E1}" presName="spaceBetweenRectangles" presStyleCnt="0"/>
      <dgm:spPr/>
    </dgm:pt>
    <dgm:pt modelId="{2F349FB9-DBF7-448A-A1BB-026E07BA4512}" type="pres">
      <dgm:prSet presAssocID="{54018198-53C7-4A4F-9013-5014C45C3240}" presName="composite" presStyleCnt="0"/>
      <dgm:spPr/>
    </dgm:pt>
    <dgm:pt modelId="{7E320DE4-A4E0-4CF1-B4B3-A288C6095DA3}" type="pres">
      <dgm:prSet presAssocID="{54018198-53C7-4A4F-9013-5014C45C3240}" presName="DropPinPlaceHolder" presStyleCnt="0"/>
      <dgm:spPr/>
    </dgm:pt>
    <dgm:pt modelId="{EC6C874A-A0A9-407E-A306-8958F3DE48F6}" type="pres">
      <dgm:prSet presAssocID="{54018198-53C7-4A4F-9013-5014C45C3240}" presName="DropPin" presStyleLbl="alignNode1" presStyleIdx="2" presStyleCnt="6"/>
      <dgm:spPr/>
    </dgm:pt>
    <dgm:pt modelId="{F7A927C7-EEE3-4FD0-8AC1-A5E93336633C}" type="pres">
      <dgm:prSet presAssocID="{54018198-53C7-4A4F-9013-5014C45C3240}" presName="Ellipse" presStyleLbl="fgAcc1" presStyleIdx="2" presStyleCnt="6"/>
      <dgm:spPr/>
    </dgm:pt>
    <dgm:pt modelId="{F92BD406-FBC8-4C86-9C86-FF6E15DBBB4C}" type="pres">
      <dgm:prSet presAssocID="{54018198-53C7-4A4F-9013-5014C45C3240}" presName="L2TextContainer" presStyleLbl="revTx" presStyleIdx="4" presStyleCnt="12">
        <dgm:presLayoutVars>
          <dgm:bulletEnabled val="1"/>
        </dgm:presLayoutVars>
      </dgm:prSet>
      <dgm:spPr/>
    </dgm:pt>
    <dgm:pt modelId="{F85C54B8-8FEB-4406-B8D3-6E2DFD535397}" type="pres">
      <dgm:prSet presAssocID="{54018198-53C7-4A4F-9013-5014C45C3240}" presName="L1TextContainer" presStyleLbl="revTx" presStyleIdx="5" presStyleCnt="12">
        <dgm:presLayoutVars>
          <dgm:chMax val="1"/>
          <dgm:chPref val="1"/>
          <dgm:bulletEnabled val="1"/>
        </dgm:presLayoutVars>
      </dgm:prSet>
      <dgm:spPr/>
    </dgm:pt>
    <dgm:pt modelId="{0EF1832A-1016-477E-99D2-C4D8AF333BF1}" type="pres">
      <dgm:prSet presAssocID="{54018198-53C7-4A4F-9013-5014C45C3240}" presName="ConnectLine" presStyleLbl="dkBgShp" presStyleIdx="4" presStyleCnt="8"/>
      <dgm:spPr>
        <a:solidFill>
          <a:srgbClr val="42A5F5"/>
        </a:solidFill>
        <a:ln>
          <a:solidFill>
            <a:srgbClr val="42A5F5"/>
          </a:solidFill>
        </a:ln>
      </dgm:spPr>
    </dgm:pt>
    <dgm:pt modelId="{AA975B3F-508F-4AC7-8907-FA1A505D9285}" type="pres">
      <dgm:prSet presAssocID="{54018198-53C7-4A4F-9013-5014C45C3240}" presName="ConnectorPoint" presStyleCnt="0"/>
      <dgm:spPr/>
    </dgm:pt>
    <dgm:pt modelId="{489928C4-C890-47B7-835E-28F5BA6032F3}" type="pres">
      <dgm:prSet presAssocID="{54018198-53C7-4A4F-9013-5014C45C3240}" presName="Bullet" presStyleLbl="lnNode1" presStyleIdx="2" presStyleCnt="6"/>
      <dgm:spPr>
        <a:solidFill>
          <a:srgbClr val="42A5F5"/>
        </a:solidFill>
        <a:ln>
          <a:solidFill>
            <a:srgbClr val="42A5F5"/>
          </a:solidFill>
        </a:ln>
      </dgm:spPr>
    </dgm:pt>
    <dgm:pt modelId="{9DFEBD6E-D652-4DFC-9E19-BE01AB91DD2C}" type="pres">
      <dgm:prSet presAssocID="{54018198-53C7-4A4F-9013-5014C45C3240}" presName="EmptyPlaceHolder" presStyleCnt="0"/>
      <dgm:spPr/>
    </dgm:pt>
    <dgm:pt modelId="{CF3DD143-3E7A-4F84-A384-66FBE4D94C68}" type="pres">
      <dgm:prSet presAssocID="{0C37B8DE-74D8-4B01-AD3E-E3947F2C8D38}" presName="spaceBetweenRectangles" presStyleCnt="0"/>
      <dgm:spPr/>
    </dgm:pt>
    <dgm:pt modelId="{2E08211B-16D0-4940-AD1F-6887692B8E7E}" type="pres">
      <dgm:prSet presAssocID="{37DE68E4-9E62-4800-A747-5902C7860D5D}" presName="composite" presStyleCnt="0"/>
      <dgm:spPr/>
    </dgm:pt>
    <dgm:pt modelId="{245F8F69-630E-4378-9643-51DA10A75793}" type="pres">
      <dgm:prSet presAssocID="{37DE68E4-9E62-4800-A747-5902C7860D5D}" presName="DropPinPlaceHolder" presStyleCnt="0"/>
      <dgm:spPr/>
    </dgm:pt>
    <dgm:pt modelId="{67FA534D-1AA7-4B6D-ABCF-44C9E4EC871F}" type="pres">
      <dgm:prSet presAssocID="{37DE68E4-9E62-4800-A747-5902C7860D5D}" presName="DropPin" presStyleLbl="alignNode1" presStyleIdx="3" presStyleCnt="6"/>
      <dgm:spPr/>
    </dgm:pt>
    <dgm:pt modelId="{C47B7099-F786-4FFC-9759-1196046B84D7}" type="pres">
      <dgm:prSet presAssocID="{37DE68E4-9E62-4800-A747-5902C7860D5D}" presName="Ellipse" presStyleLbl="fgAcc1" presStyleIdx="3" presStyleCnt="6"/>
      <dgm:spPr/>
    </dgm:pt>
    <dgm:pt modelId="{0ABC6B6F-3FF7-4912-9E1E-D2FDCF020B86}" type="pres">
      <dgm:prSet presAssocID="{37DE68E4-9E62-4800-A747-5902C7860D5D}" presName="L2TextContainer" presStyleLbl="revTx" presStyleIdx="6" presStyleCnt="12">
        <dgm:presLayoutVars>
          <dgm:bulletEnabled val="1"/>
        </dgm:presLayoutVars>
      </dgm:prSet>
      <dgm:spPr/>
    </dgm:pt>
    <dgm:pt modelId="{330E82B7-D316-4E70-946B-6BE4087DA1D4}" type="pres">
      <dgm:prSet presAssocID="{37DE68E4-9E62-4800-A747-5902C7860D5D}" presName="L1TextContainer" presStyleLbl="revTx" presStyleIdx="7" presStyleCnt="12">
        <dgm:presLayoutVars>
          <dgm:chMax val="1"/>
          <dgm:chPref val="1"/>
          <dgm:bulletEnabled val="1"/>
        </dgm:presLayoutVars>
      </dgm:prSet>
      <dgm:spPr/>
    </dgm:pt>
    <dgm:pt modelId="{A959610D-ADD7-4147-94A1-E4E56E704BE8}" type="pres">
      <dgm:prSet presAssocID="{37DE68E4-9E62-4800-A747-5902C7860D5D}" presName="ConnectLine" presStyleLbl="dkBgShp" presStyleIdx="5" presStyleCnt="8"/>
      <dgm:spPr>
        <a:solidFill>
          <a:srgbClr val="42A5F5"/>
        </a:solidFill>
      </dgm:spPr>
    </dgm:pt>
    <dgm:pt modelId="{9BAAE258-44E3-4962-9747-636A92CC53B0}" type="pres">
      <dgm:prSet presAssocID="{37DE68E4-9E62-4800-A747-5902C7860D5D}" presName="ConnectorPoint" presStyleCnt="0"/>
      <dgm:spPr/>
    </dgm:pt>
    <dgm:pt modelId="{F6437BC8-5C83-4288-8608-C3DF03ADA40E}" type="pres">
      <dgm:prSet presAssocID="{37DE68E4-9E62-4800-A747-5902C7860D5D}" presName="Bullet" presStyleLbl="lnNode1" presStyleIdx="3" presStyleCnt="6"/>
      <dgm:spPr>
        <a:solidFill>
          <a:srgbClr val="42A5F5"/>
        </a:solidFill>
      </dgm:spPr>
    </dgm:pt>
    <dgm:pt modelId="{D52212A4-79CB-4D8A-8858-B5DA806270C0}" type="pres">
      <dgm:prSet presAssocID="{37DE68E4-9E62-4800-A747-5902C7860D5D}" presName="EmptyPlaceHolder" presStyleCnt="0"/>
      <dgm:spPr/>
    </dgm:pt>
    <dgm:pt modelId="{87E25F3A-2DFF-4D1F-A1C2-CABD7F2E2BEC}" type="pres">
      <dgm:prSet presAssocID="{BC63786D-1D37-4F21-B411-A760EAAC337E}" presName="spaceBetweenRectangles" presStyleCnt="0"/>
      <dgm:spPr/>
    </dgm:pt>
    <dgm:pt modelId="{9358D8D8-B97B-4319-A8FE-B9D1F98A4E23}" type="pres">
      <dgm:prSet presAssocID="{0F070FD3-6F6F-4A2D-879B-DE8562CF5A75}" presName="composite" presStyleCnt="0"/>
      <dgm:spPr/>
    </dgm:pt>
    <dgm:pt modelId="{69B23C79-54EC-402E-BE2E-79546D445D51}" type="pres">
      <dgm:prSet presAssocID="{0F070FD3-6F6F-4A2D-879B-DE8562CF5A75}" presName="DropPinPlaceHolder" presStyleCnt="0"/>
      <dgm:spPr/>
    </dgm:pt>
    <dgm:pt modelId="{A3CEAE18-2A44-4357-9DBB-B7D92A54D7FD}" type="pres">
      <dgm:prSet presAssocID="{0F070FD3-6F6F-4A2D-879B-DE8562CF5A75}" presName="DropPin" presStyleLbl="alignNode1" presStyleIdx="4" presStyleCnt="6"/>
      <dgm:spPr/>
    </dgm:pt>
    <dgm:pt modelId="{00E89B0C-5FF4-4FBE-9DDF-07A93FF4BF8D}" type="pres">
      <dgm:prSet presAssocID="{0F070FD3-6F6F-4A2D-879B-DE8562CF5A75}" presName="Ellipse" presStyleLbl="fgAcc1" presStyleIdx="4" presStyleCnt="6"/>
      <dgm:spPr/>
    </dgm:pt>
    <dgm:pt modelId="{2923A69D-842E-4808-BD6D-CEA79BF61D50}" type="pres">
      <dgm:prSet presAssocID="{0F070FD3-6F6F-4A2D-879B-DE8562CF5A75}" presName="L2TextContainer" presStyleLbl="revTx" presStyleIdx="8" presStyleCnt="12">
        <dgm:presLayoutVars>
          <dgm:bulletEnabled val="1"/>
        </dgm:presLayoutVars>
      </dgm:prSet>
      <dgm:spPr/>
    </dgm:pt>
    <dgm:pt modelId="{8AEEF51C-AE44-4285-A4B4-F8F1E46437AC}" type="pres">
      <dgm:prSet presAssocID="{0F070FD3-6F6F-4A2D-879B-DE8562CF5A75}" presName="L1TextContainer" presStyleLbl="revTx" presStyleIdx="9" presStyleCnt="12">
        <dgm:presLayoutVars>
          <dgm:chMax val="1"/>
          <dgm:chPref val="1"/>
          <dgm:bulletEnabled val="1"/>
        </dgm:presLayoutVars>
      </dgm:prSet>
      <dgm:spPr/>
    </dgm:pt>
    <dgm:pt modelId="{9BC94A5B-BCD6-48D9-9FE1-1CCA9779D3A2}" type="pres">
      <dgm:prSet presAssocID="{0F070FD3-6F6F-4A2D-879B-DE8562CF5A75}" presName="ConnectLine" presStyleLbl="dkBgShp" presStyleIdx="6" presStyleCnt="8"/>
      <dgm:spPr>
        <a:solidFill>
          <a:srgbClr val="42A5F5"/>
        </a:solidFill>
      </dgm:spPr>
    </dgm:pt>
    <dgm:pt modelId="{16A00301-9F05-4786-9861-4B5BC862ACC0}" type="pres">
      <dgm:prSet presAssocID="{0F070FD3-6F6F-4A2D-879B-DE8562CF5A75}" presName="ConnectorPoint" presStyleCnt="0"/>
      <dgm:spPr/>
    </dgm:pt>
    <dgm:pt modelId="{BF22464D-65F6-4F59-9F16-09D1B3333077}" type="pres">
      <dgm:prSet presAssocID="{0F070FD3-6F6F-4A2D-879B-DE8562CF5A75}" presName="Bullet" presStyleLbl="lnNode1" presStyleIdx="4" presStyleCnt="6"/>
      <dgm:spPr>
        <a:solidFill>
          <a:srgbClr val="42A5F5"/>
        </a:solidFill>
        <a:ln>
          <a:solidFill>
            <a:srgbClr val="42A5F5"/>
          </a:solidFill>
        </a:ln>
      </dgm:spPr>
    </dgm:pt>
    <dgm:pt modelId="{EE4C29C3-190A-46EE-9D53-D02C16665A5A}" type="pres">
      <dgm:prSet presAssocID="{0F070FD3-6F6F-4A2D-879B-DE8562CF5A75}" presName="EmptyPlaceHolder" presStyleCnt="0"/>
      <dgm:spPr/>
    </dgm:pt>
    <dgm:pt modelId="{F9F5996C-ED30-4028-A453-360D53EC81C1}" type="pres">
      <dgm:prSet presAssocID="{58D10AB4-BF28-47F0-9A95-69DD25E0B18C}" presName="spaceBetweenRectangles" presStyleCnt="0"/>
      <dgm:spPr/>
    </dgm:pt>
    <dgm:pt modelId="{5339D92E-F013-4384-8974-D9E6E879501B}" type="pres">
      <dgm:prSet presAssocID="{B805DC71-BA53-46C0-9AD7-4B1FA9BE2E7C}" presName="composite" presStyleCnt="0"/>
      <dgm:spPr/>
    </dgm:pt>
    <dgm:pt modelId="{11C2C96D-5575-451C-9022-C7FD1E036D91}" type="pres">
      <dgm:prSet presAssocID="{B805DC71-BA53-46C0-9AD7-4B1FA9BE2E7C}" presName="DropPinPlaceHolder" presStyleCnt="0"/>
      <dgm:spPr/>
    </dgm:pt>
    <dgm:pt modelId="{C7034D0F-5AB9-4EAE-96C4-5EB69D71A8EF}" type="pres">
      <dgm:prSet presAssocID="{B805DC71-BA53-46C0-9AD7-4B1FA9BE2E7C}" presName="DropPin" presStyleLbl="alignNode1" presStyleIdx="5" presStyleCnt="6"/>
      <dgm:spPr/>
    </dgm:pt>
    <dgm:pt modelId="{99468CDC-6BE5-43CB-8E27-2B9EEF53C992}" type="pres">
      <dgm:prSet presAssocID="{B805DC71-BA53-46C0-9AD7-4B1FA9BE2E7C}" presName="Ellipse" presStyleLbl="fgAcc1" presStyleIdx="5" presStyleCnt="6"/>
      <dgm:spPr/>
    </dgm:pt>
    <dgm:pt modelId="{0C8ECA4D-60E7-4C52-B83C-4E09B1813550}" type="pres">
      <dgm:prSet presAssocID="{B805DC71-BA53-46C0-9AD7-4B1FA9BE2E7C}" presName="L2TextContainer" presStyleLbl="revTx" presStyleIdx="10" presStyleCnt="12">
        <dgm:presLayoutVars>
          <dgm:bulletEnabled val="1"/>
        </dgm:presLayoutVars>
      </dgm:prSet>
      <dgm:spPr/>
    </dgm:pt>
    <dgm:pt modelId="{E927DE29-97C9-424E-A5D3-61AF4006972E}" type="pres">
      <dgm:prSet presAssocID="{B805DC71-BA53-46C0-9AD7-4B1FA9BE2E7C}" presName="L1TextContainer" presStyleLbl="revTx" presStyleIdx="11" presStyleCnt="12">
        <dgm:presLayoutVars>
          <dgm:chMax val="1"/>
          <dgm:chPref val="1"/>
          <dgm:bulletEnabled val="1"/>
        </dgm:presLayoutVars>
      </dgm:prSet>
      <dgm:spPr/>
    </dgm:pt>
    <dgm:pt modelId="{7A49C6B2-CA37-45C4-B24A-3C09F120BB45}" type="pres">
      <dgm:prSet presAssocID="{B805DC71-BA53-46C0-9AD7-4B1FA9BE2E7C}" presName="ConnectLine" presStyleLbl="dkBgShp" presStyleIdx="7" presStyleCnt="8"/>
      <dgm:spPr>
        <a:solidFill>
          <a:srgbClr val="42A5F5"/>
        </a:solidFill>
      </dgm:spPr>
    </dgm:pt>
    <dgm:pt modelId="{3EF552E2-D117-4BEE-82EA-16CD0CC4C660}" type="pres">
      <dgm:prSet presAssocID="{B805DC71-BA53-46C0-9AD7-4B1FA9BE2E7C}" presName="ConnectorPoint" presStyleCnt="0"/>
      <dgm:spPr/>
    </dgm:pt>
    <dgm:pt modelId="{645D8143-6BEB-49CB-9730-564EE3066F18}" type="pres">
      <dgm:prSet presAssocID="{B805DC71-BA53-46C0-9AD7-4B1FA9BE2E7C}" presName="Bullet" presStyleLbl="lnNode1" presStyleIdx="5" presStyleCnt="6"/>
      <dgm:spPr>
        <a:solidFill>
          <a:srgbClr val="42A5F5"/>
        </a:solidFill>
      </dgm:spPr>
    </dgm:pt>
    <dgm:pt modelId="{5A6D3091-F781-47F7-8680-D63B49D12F89}" type="pres">
      <dgm:prSet presAssocID="{B805DC71-BA53-46C0-9AD7-4B1FA9BE2E7C}" presName="EmptyPlaceHolder" presStyleCnt="0"/>
      <dgm:spPr/>
    </dgm:pt>
  </dgm:ptLst>
  <dgm:cxnLst>
    <dgm:cxn modelId="{03953505-DAC3-4692-839B-8B2DCD60F9A8}" type="presOf" srcId="{53742231-981F-480A-940F-203EC2F7423F}" destId="{76985C0C-BADC-485E-B1E0-97286D6EAF7E}" srcOrd="0" destOrd="0" presId="urn:microsoft.com/office/officeart/2024/layout/BulletTimelineInverted"/>
    <dgm:cxn modelId="{1499A805-505A-43E2-8FC7-1AA1808199F0}" type="presOf" srcId="{0F070FD3-6F6F-4A2D-879B-DE8562CF5A75}" destId="{8AEEF51C-AE44-4285-A4B4-F8F1E46437AC}" srcOrd="0" destOrd="0" presId="urn:microsoft.com/office/officeart/2024/layout/BulletTimelineInverted"/>
    <dgm:cxn modelId="{53868521-3F2A-4A5F-B718-DED3A3E1E7BA}" srcId="{8AA20905-3954-474B-A606-562BCA026DC1}" destId="{B805DC71-BA53-46C0-9AD7-4B1FA9BE2E7C}" srcOrd="5" destOrd="0" parTransId="{C013476B-7A48-4249-BA1C-88F15F9B39B6}" sibTransId="{845F4AD8-049E-43C6-8E8A-A902BEF34E3D}"/>
    <dgm:cxn modelId="{21E51D23-D8CE-43F3-8DCD-E683362BC8E6}" srcId="{8AA20905-3954-474B-A606-562BCA026DC1}" destId="{864D3C16-0D58-4541-A02B-E1E9AAFFF5CA}" srcOrd="1" destOrd="0" parTransId="{1A34A501-F5F6-4C19-86B6-89133FBF2E00}" sibTransId="{B52F64EB-C00A-470B-9CA7-F30B94B239E1}"/>
    <dgm:cxn modelId="{7798E12E-69B2-4C07-A578-60A5098EE2BA}" type="presOf" srcId="{B805DC71-BA53-46C0-9AD7-4B1FA9BE2E7C}" destId="{E927DE29-97C9-424E-A5D3-61AF4006972E}" srcOrd="0" destOrd="0" presId="urn:microsoft.com/office/officeart/2024/layout/BulletTimelineInverted"/>
    <dgm:cxn modelId="{E9E7DA2F-02C9-4566-9F4C-B1F286C2EA35}" type="presOf" srcId="{54018198-53C7-4A4F-9013-5014C45C3240}" destId="{F85C54B8-8FEB-4406-B8D3-6E2DFD535397}" srcOrd="0" destOrd="0" presId="urn:microsoft.com/office/officeart/2024/layout/BulletTimelineInverted"/>
    <dgm:cxn modelId="{8AD5796C-3769-4EE2-97C4-C11457F42039}" srcId="{8AA20905-3954-474B-A606-562BCA026DC1}" destId="{0F070FD3-6F6F-4A2D-879B-DE8562CF5A75}" srcOrd="4" destOrd="0" parTransId="{1502635F-9F34-47B2-8D0C-94E5B830CCD4}" sibTransId="{58D10AB4-BF28-47F0-9A95-69DD25E0B18C}"/>
    <dgm:cxn modelId="{7D4D305A-C43A-4CCB-923F-FFEDD44D2BA6}" type="presOf" srcId="{8AA20905-3954-474B-A606-562BCA026DC1}" destId="{BC05EC39-FFC8-42BF-A7E3-AB04A1DDCDDC}" srcOrd="0" destOrd="0" presId="urn:microsoft.com/office/officeart/2024/layout/BulletTimelineInverted"/>
    <dgm:cxn modelId="{573A9F9B-DE30-4139-8920-7B65918E6BD0}" srcId="{8AA20905-3954-474B-A606-562BCA026DC1}" destId="{37DE68E4-9E62-4800-A747-5902C7860D5D}" srcOrd="3" destOrd="0" parTransId="{ADC5AF25-CC26-48F3-A125-CAED769ECA9A}" sibTransId="{BC63786D-1D37-4F21-B411-A760EAAC337E}"/>
    <dgm:cxn modelId="{CD3C85B7-9345-4D05-B7E8-60A79E264F9F}" type="presOf" srcId="{864D3C16-0D58-4541-A02B-E1E9AAFFF5CA}" destId="{A35328CB-DEB6-4797-B5EC-13C014338A29}" srcOrd="0" destOrd="0" presId="urn:microsoft.com/office/officeart/2024/layout/BulletTimelineInverted"/>
    <dgm:cxn modelId="{F226B1C2-5D99-403A-8240-EAD6BD4D8534}" srcId="{8AA20905-3954-474B-A606-562BCA026DC1}" destId="{53742231-981F-480A-940F-203EC2F7423F}" srcOrd="0" destOrd="0" parTransId="{2FC75195-FBA1-43DE-85DD-40B4B3A2F1F3}" sibTransId="{EF449C32-A7AE-4099-9E9B-9E2F736A89CE}"/>
    <dgm:cxn modelId="{84EACEDA-CDA4-4507-A353-546C804D5ED8}" srcId="{8AA20905-3954-474B-A606-562BCA026DC1}" destId="{54018198-53C7-4A4F-9013-5014C45C3240}" srcOrd="2" destOrd="0" parTransId="{87A0A71D-F022-45F1-A86E-38758DD451D7}" sibTransId="{0C37B8DE-74D8-4B01-AD3E-E3947F2C8D38}"/>
    <dgm:cxn modelId="{03DA55E7-25D2-4B14-8D26-614C216DB078}" type="presOf" srcId="{37DE68E4-9E62-4800-A747-5902C7860D5D}" destId="{330E82B7-D316-4E70-946B-6BE4087DA1D4}" srcOrd="0" destOrd="0" presId="urn:microsoft.com/office/officeart/2024/layout/BulletTimelineInverted"/>
    <dgm:cxn modelId="{A9C75FC5-A6D6-48F8-84E3-ABC082AA01AA}" type="presParOf" srcId="{BC05EC39-FFC8-42BF-A7E3-AB04A1DDCDDC}" destId="{89FE8B41-E757-4991-8793-CF061777AD6B}" srcOrd="0" destOrd="0" presId="urn:microsoft.com/office/officeart/2024/layout/BulletTimelineInverted"/>
    <dgm:cxn modelId="{CFE105F8-3BED-4505-B584-B709055E24A8}" type="presParOf" srcId="{89FE8B41-E757-4991-8793-CF061777AD6B}" destId="{A902AF59-244D-46E3-A812-AB3E2E142A0A}" srcOrd="0" destOrd="0" presId="urn:microsoft.com/office/officeart/2024/layout/BulletTimelineInverted"/>
    <dgm:cxn modelId="{8E4AA4B0-6AC6-470F-A933-6FF75931256C}" type="presParOf" srcId="{89FE8B41-E757-4991-8793-CF061777AD6B}" destId="{33C7F690-7057-46E0-8B3E-B8710EA93BCE}" srcOrd="1" destOrd="0" presId="urn:microsoft.com/office/officeart/2024/layout/BulletTimelineInverted"/>
    <dgm:cxn modelId="{A5F63C7D-43D0-4AD6-B8B5-2DA333F353C7}" type="presParOf" srcId="{BC05EC39-FFC8-42BF-A7E3-AB04A1DDCDDC}" destId="{D51AB835-FE9B-436F-8A24-DA8F0C357128}" srcOrd="1" destOrd="0" presId="urn:microsoft.com/office/officeart/2024/layout/BulletTimelineInverted"/>
    <dgm:cxn modelId="{1C1927CC-6F00-450E-B8D5-9FA6ACACFFAB}" type="presParOf" srcId="{D51AB835-FE9B-436F-8A24-DA8F0C357128}" destId="{A009C30F-E372-41E8-A0DE-7AF2DE09B01D}" srcOrd="0" destOrd="0" presId="urn:microsoft.com/office/officeart/2024/layout/BulletTimelineInverted"/>
    <dgm:cxn modelId="{940ED9A1-5A9D-47B9-A47C-71D61B5149CE}" type="presParOf" srcId="{A009C30F-E372-41E8-A0DE-7AF2DE09B01D}" destId="{6A973E4E-DD06-45C3-81C0-3A5DD9090092}" srcOrd="0" destOrd="0" presId="urn:microsoft.com/office/officeart/2024/layout/BulletTimelineInverted"/>
    <dgm:cxn modelId="{43322FDE-C57B-41A1-B3AB-960EC6C06C5E}" type="presParOf" srcId="{6A973E4E-DD06-45C3-81C0-3A5DD9090092}" destId="{58C7ECC0-BE2E-4C51-8181-7F3F12B71EC5}" srcOrd="0" destOrd="0" presId="urn:microsoft.com/office/officeart/2024/layout/BulletTimelineInverted"/>
    <dgm:cxn modelId="{2F2E1BAA-A8D9-4D3C-811C-3C2C250D7097}" type="presParOf" srcId="{6A973E4E-DD06-45C3-81C0-3A5DD9090092}" destId="{9C62F75A-7BD8-482A-A2A9-CD6499D3C113}" srcOrd="1" destOrd="0" presId="urn:microsoft.com/office/officeart/2024/layout/BulletTimelineInverted"/>
    <dgm:cxn modelId="{8CCCBCDD-29F1-4BC9-8926-34F6D0E4C6B7}" type="presParOf" srcId="{A009C30F-E372-41E8-A0DE-7AF2DE09B01D}" destId="{D2A08B11-2AD8-4682-801B-7521FCC05779}" srcOrd="1" destOrd="0" presId="urn:microsoft.com/office/officeart/2024/layout/BulletTimelineInverted"/>
    <dgm:cxn modelId="{8AB08CE8-DB95-40D0-8DA4-B277C564746A}" type="presParOf" srcId="{A009C30F-E372-41E8-A0DE-7AF2DE09B01D}" destId="{76985C0C-BADC-485E-B1E0-97286D6EAF7E}" srcOrd="2" destOrd="0" presId="urn:microsoft.com/office/officeart/2024/layout/BulletTimelineInverted"/>
    <dgm:cxn modelId="{80C83DA6-EBF3-401C-9517-C010C7C190C8}" type="presParOf" srcId="{A009C30F-E372-41E8-A0DE-7AF2DE09B01D}" destId="{E081B936-FE5B-4575-94DF-8676BB137578}" srcOrd="3" destOrd="0" presId="urn:microsoft.com/office/officeart/2024/layout/BulletTimelineInverted"/>
    <dgm:cxn modelId="{11E20555-E5A5-4163-8A20-6001B2A8AE93}" type="presParOf" srcId="{A009C30F-E372-41E8-A0DE-7AF2DE09B01D}" destId="{598EC033-1BA5-4D0F-9EA3-49F8A9069715}" srcOrd="4" destOrd="0" presId="urn:microsoft.com/office/officeart/2024/layout/BulletTimelineInverted"/>
    <dgm:cxn modelId="{0A4B22D0-4185-4FB5-9D72-A053C0171102}" type="presParOf" srcId="{598EC033-1BA5-4D0F-9EA3-49F8A9069715}" destId="{8C0D551D-CCC3-4FAE-B420-F7FFB6733992}" srcOrd="0" destOrd="0" presId="urn:microsoft.com/office/officeart/2024/layout/BulletTimelineInverted"/>
    <dgm:cxn modelId="{B67C33E5-FB79-49DD-89D7-A0693202469E}" type="presParOf" srcId="{A009C30F-E372-41E8-A0DE-7AF2DE09B01D}" destId="{75BA1B87-7705-4006-B09F-B94671563924}" srcOrd="5" destOrd="0" presId="urn:microsoft.com/office/officeart/2024/layout/BulletTimelineInverted"/>
    <dgm:cxn modelId="{62265F16-F2B6-4A06-856C-66F467B72D35}" type="presParOf" srcId="{D51AB835-FE9B-436F-8A24-DA8F0C357128}" destId="{815F272F-27F0-4A82-A452-DB40685FA364}" srcOrd="1" destOrd="0" presId="urn:microsoft.com/office/officeart/2024/layout/BulletTimelineInverted"/>
    <dgm:cxn modelId="{6A88731B-B555-43D6-83B0-6C3C38BD3476}" type="presParOf" srcId="{D51AB835-FE9B-436F-8A24-DA8F0C357128}" destId="{19ABE1A1-CD11-40F3-BCBA-A7B0958362B8}" srcOrd="2" destOrd="0" presId="urn:microsoft.com/office/officeart/2024/layout/BulletTimelineInverted"/>
    <dgm:cxn modelId="{AD78FCF1-11AC-4950-A6E9-D1ED9F7813E9}" type="presParOf" srcId="{19ABE1A1-CD11-40F3-BCBA-A7B0958362B8}" destId="{6A026321-0DD9-4EC4-AD2F-94A15118BC47}" srcOrd="0" destOrd="0" presId="urn:microsoft.com/office/officeart/2024/layout/BulletTimelineInverted"/>
    <dgm:cxn modelId="{0C337053-9435-4531-8D9D-D680407A8F5C}" type="presParOf" srcId="{6A026321-0DD9-4EC4-AD2F-94A15118BC47}" destId="{59625006-5AEC-42FC-9FC4-8A9AE6D1F9F6}" srcOrd="0" destOrd="0" presId="urn:microsoft.com/office/officeart/2024/layout/BulletTimelineInverted"/>
    <dgm:cxn modelId="{14628534-346F-4652-AEFD-7417410E0309}" type="presParOf" srcId="{6A026321-0DD9-4EC4-AD2F-94A15118BC47}" destId="{3DD301AC-2B1B-4187-A2CB-5AC00C1E6D6B}" srcOrd="1" destOrd="0" presId="urn:microsoft.com/office/officeart/2024/layout/BulletTimelineInverted"/>
    <dgm:cxn modelId="{5277A954-AEF1-45CF-A4D3-E618F1DB4041}" type="presParOf" srcId="{19ABE1A1-CD11-40F3-BCBA-A7B0958362B8}" destId="{2942EAB3-8DEE-4F78-A61A-99B7714430D7}" srcOrd="1" destOrd="0" presId="urn:microsoft.com/office/officeart/2024/layout/BulletTimelineInverted"/>
    <dgm:cxn modelId="{FA29D914-9E84-406C-ACCB-98088502E65F}" type="presParOf" srcId="{19ABE1A1-CD11-40F3-BCBA-A7B0958362B8}" destId="{A35328CB-DEB6-4797-B5EC-13C014338A29}" srcOrd="2" destOrd="0" presId="urn:microsoft.com/office/officeart/2024/layout/BulletTimelineInverted"/>
    <dgm:cxn modelId="{032D0231-2602-43D7-A11B-FB98441CFF3F}" type="presParOf" srcId="{19ABE1A1-CD11-40F3-BCBA-A7B0958362B8}" destId="{ACDD0547-3461-4C01-BE06-6CCE2F0308D7}" srcOrd="3" destOrd="0" presId="urn:microsoft.com/office/officeart/2024/layout/BulletTimelineInverted"/>
    <dgm:cxn modelId="{B07D2EAE-7175-43AC-B673-809B12A231C4}" type="presParOf" srcId="{19ABE1A1-CD11-40F3-BCBA-A7B0958362B8}" destId="{6EBE1928-4E65-4212-9160-14C80DA5A3EC}" srcOrd="4" destOrd="0" presId="urn:microsoft.com/office/officeart/2024/layout/BulletTimelineInverted"/>
    <dgm:cxn modelId="{69376CCD-AA29-4E03-9E56-5B2DBF18B65E}" type="presParOf" srcId="{6EBE1928-4E65-4212-9160-14C80DA5A3EC}" destId="{3A5A1158-C268-4595-B329-E8BACF364185}" srcOrd="0" destOrd="0" presId="urn:microsoft.com/office/officeart/2024/layout/BulletTimelineInverted"/>
    <dgm:cxn modelId="{B331FE47-A98F-4B3B-B619-D9BF2CCEB083}" type="presParOf" srcId="{19ABE1A1-CD11-40F3-BCBA-A7B0958362B8}" destId="{D971CBF5-5600-4C33-84D8-141044C35064}" srcOrd="5" destOrd="0" presId="urn:microsoft.com/office/officeart/2024/layout/BulletTimelineInverted"/>
    <dgm:cxn modelId="{1B9F06AE-1D45-477A-B375-87BEE1BA3CED}" type="presParOf" srcId="{D51AB835-FE9B-436F-8A24-DA8F0C357128}" destId="{698ED461-8147-4DE9-A110-9C437EDC9D56}" srcOrd="3" destOrd="0" presId="urn:microsoft.com/office/officeart/2024/layout/BulletTimelineInverted"/>
    <dgm:cxn modelId="{492FC0D1-7496-454B-8CF2-42D5D1CCD20B}" type="presParOf" srcId="{D51AB835-FE9B-436F-8A24-DA8F0C357128}" destId="{2F349FB9-DBF7-448A-A1BB-026E07BA4512}" srcOrd="4" destOrd="0" presId="urn:microsoft.com/office/officeart/2024/layout/BulletTimelineInverted"/>
    <dgm:cxn modelId="{E66A809B-C0EE-46EA-AAA2-D91F5FDBB3A3}" type="presParOf" srcId="{2F349FB9-DBF7-448A-A1BB-026E07BA4512}" destId="{7E320DE4-A4E0-4CF1-B4B3-A288C6095DA3}" srcOrd="0" destOrd="0" presId="urn:microsoft.com/office/officeart/2024/layout/BulletTimelineInverted"/>
    <dgm:cxn modelId="{13ADEA5F-C91F-4C75-9C41-DDBEADD504F7}" type="presParOf" srcId="{7E320DE4-A4E0-4CF1-B4B3-A288C6095DA3}" destId="{EC6C874A-A0A9-407E-A306-8958F3DE48F6}" srcOrd="0" destOrd="0" presId="urn:microsoft.com/office/officeart/2024/layout/BulletTimelineInverted"/>
    <dgm:cxn modelId="{C9E16C6F-C56E-4379-9407-E76A3A997B3B}" type="presParOf" srcId="{7E320DE4-A4E0-4CF1-B4B3-A288C6095DA3}" destId="{F7A927C7-EEE3-4FD0-8AC1-A5E93336633C}" srcOrd="1" destOrd="0" presId="urn:microsoft.com/office/officeart/2024/layout/BulletTimelineInverted"/>
    <dgm:cxn modelId="{C735E705-C1F5-4040-98FB-78C5B1E40F76}" type="presParOf" srcId="{2F349FB9-DBF7-448A-A1BB-026E07BA4512}" destId="{F92BD406-FBC8-4C86-9C86-FF6E15DBBB4C}" srcOrd="1" destOrd="0" presId="urn:microsoft.com/office/officeart/2024/layout/BulletTimelineInverted"/>
    <dgm:cxn modelId="{EC0F2E73-BC70-419C-91AE-1AFF913BFA20}" type="presParOf" srcId="{2F349FB9-DBF7-448A-A1BB-026E07BA4512}" destId="{F85C54B8-8FEB-4406-B8D3-6E2DFD535397}" srcOrd="2" destOrd="0" presId="urn:microsoft.com/office/officeart/2024/layout/BulletTimelineInverted"/>
    <dgm:cxn modelId="{53D0C39E-3AFD-437A-BDA8-531AC4652FBA}" type="presParOf" srcId="{2F349FB9-DBF7-448A-A1BB-026E07BA4512}" destId="{0EF1832A-1016-477E-99D2-C4D8AF333BF1}" srcOrd="3" destOrd="0" presId="urn:microsoft.com/office/officeart/2024/layout/BulletTimelineInverted"/>
    <dgm:cxn modelId="{51ED5C5B-4A0D-4696-AD8D-C3E0C723DE19}" type="presParOf" srcId="{2F349FB9-DBF7-448A-A1BB-026E07BA4512}" destId="{AA975B3F-508F-4AC7-8907-FA1A505D9285}" srcOrd="4" destOrd="0" presId="urn:microsoft.com/office/officeart/2024/layout/BulletTimelineInverted"/>
    <dgm:cxn modelId="{5B9B14CC-3EAE-4A3E-BD8C-E550874ACF02}" type="presParOf" srcId="{AA975B3F-508F-4AC7-8907-FA1A505D9285}" destId="{489928C4-C890-47B7-835E-28F5BA6032F3}" srcOrd="0" destOrd="0" presId="urn:microsoft.com/office/officeart/2024/layout/BulletTimelineInverted"/>
    <dgm:cxn modelId="{34035ABB-B7F8-4746-8A55-F3F87FD4AB91}" type="presParOf" srcId="{2F349FB9-DBF7-448A-A1BB-026E07BA4512}" destId="{9DFEBD6E-D652-4DFC-9E19-BE01AB91DD2C}" srcOrd="5" destOrd="0" presId="urn:microsoft.com/office/officeart/2024/layout/BulletTimelineInverted"/>
    <dgm:cxn modelId="{1C04EB41-9907-4B5F-A632-8F0609F6296D}" type="presParOf" srcId="{D51AB835-FE9B-436F-8A24-DA8F0C357128}" destId="{CF3DD143-3E7A-4F84-A384-66FBE4D94C68}" srcOrd="5" destOrd="0" presId="urn:microsoft.com/office/officeart/2024/layout/BulletTimelineInverted"/>
    <dgm:cxn modelId="{4C0AC95B-A4E5-4EDF-8FDA-C7D2E3E72A58}" type="presParOf" srcId="{D51AB835-FE9B-436F-8A24-DA8F0C357128}" destId="{2E08211B-16D0-4940-AD1F-6887692B8E7E}" srcOrd="6" destOrd="0" presId="urn:microsoft.com/office/officeart/2024/layout/BulletTimelineInverted"/>
    <dgm:cxn modelId="{7ED5A833-BE23-4796-9ECE-9B6BEBA60F28}" type="presParOf" srcId="{2E08211B-16D0-4940-AD1F-6887692B8E7E}" destId="{245F8F69-630E-4378-9643-51DA10A75793}" srcOrd="0" destOrd="0" presId="urn:microsoft.com/office/officeart/2024/layout/BulletTimelineInverted"/>
    <dgm:cxn modelId="{7F683C6E-C288-4AE6-BEC9-B990E252806F}" type="presParOf" srcId="{245F8F69-630E-4378-9643-51DA10A75793}" destId="{67FA534D-1AA7-4B6D-ABCF-44C9E4EC871F}" srcOrd="0" destOrd="0" presId="urn:microsoft.com/office/officeart/2024/layout/BulletTimelineInverted"/>
    <dgm:cxn modelId="{D0C9E10E-CEC4-496E-A88F-A67E1C70865A}" type="presParOf" srcId="{245F8F69-630E-4378-9643-51DA10A75793}" destId="{C47B7099-F786-4FFC-9759-1196046B84D7}" srcOrd="1" destOrd="0" presId="urn:microsoft.com/office/officeart/2024/layout/BulletTimelineInverted"/>
    <dgm:cxn modelId="{CE436587-EF04-46AC-98D5-D94BA08ED93D}" type="presParOf" srcId="{2E08211B-16D0-4940-AD1F-6887692B8E7E}" destId="{0ABC6B6F-3FF7-4912-9E1E-D2FDCF020B86}" srcOrd="1" destOrd="0" presId="urn:microsoft.com/office/officeart/2024/layout/BulletTimelineInverted"/>
    <dgm:cxn modelId="{A8DDE61A-70C4-4709-A03D-99734E7A6CAE}" type="presParOf" srcId="{2E08211B-16D0-4940-AD1F-6887692B8E7E}" destId="{330E82B7-D316-4E70-946B-6BE4087DA1D4}" srcOrd="2" destOrd="0" presId="urn:microsoft.com/office/officeart/2024/layout/BulletTimelineInverted"/>
    <dgm:cxn modelId="{480EA16A-E3F8-46E7-A3C8-031F7AFA3711}" type="presParOf" srcId="{2E08211B-16D0-4940-AD1F-6887692B8E7E}" destId="{A959610D-ADD7-4147-94A1-E4E56E704BE8}" srcOrd="3" destOrd="0" presId="urn:microsoft.com/office/officeart/2024/layout/BulletTimelineInverted"/>
    <dgm:cxn modelId="{03B97512-0459-43CA-8D79-5CE1BEBF6D31}" type="presParOf" srcId="{2E08211B-16D0-4940-AD1F-6887692B8E7E}" destId="{9BAAE258-44E3-4962-9747-636A92CC53B0}" srcOrd="4" destOrd="0" presId="urn:microsoft.com/office/officeart/2024/layout/BulletTimelineInverted"/>
    <dgm:cxn modelId="{91ACD59E-8E60-4175-8DF3-6B68D832E3F1}" type="presParOf" srcId="{9BAAE258-44E3-4962-9747-636A92CC53B0}" destId="{F6437BC8-5C83-4288-8608-C3DF03ADA40E}" srcOrd="0" destOrd="0" presId="urn:microsoft.com/office/officeart/2024/layout/BulletTimelineInverted"/>
    <dgm:cxn modelId="{4A58C760-D50C-4D45-BFDC-615488043734}" type="presParOf" srcId="{2E08211B-16D0-4940-AD1F-6887692B8E7E}" destId="{D52212A4-79CB-4D8A-8858-B5DA806270C0}" srcOrd="5" destOrd="0" presId="urn:microsoft.com/office/officeart/2024/layout/BulletTimelineInverted"/>
    <dgm:cxn modelId="{C42D8197-5F90-43E2-8529-A94C2614A9B2}" type="presParOf" srcId="{D51AB835-FE9B-436F-8A24-DA8F0C357128}" destId="{87E25F3A-2DFF-4D1F-A1C2-CABD7F2E2BEC}" srcOrd="7" destOrd="0" presId="urn:microsoft.com/office/officeart/2024/layout/BulletTimelineInverted"/>
    <dgm:cxn modelId="{C2BD3A68-4670-4B22-AF06-9718AC1E3862}" type="presParOf" srcId="{D51AB835-FE9B-436F-8A24-DA8F0C357128}" destId="{9358D8D8-B97B-4319-A8FE-B9D1F98A4E23}" srcOrd="8" destOrd="0" presId="urn:microsoft.com/office/officeart/2024/layout/BulletTimelineInverted"/>
    <dgm:cxn modelId="{5F4EAC7D-F9AF-448D-89D0-105DB13496D9}" type="presParOf" srcId="{9358D8D8-B97B-4319-A8FE-B9D1F98A4E23}" destId="{69B23C79-54EC-402E-BE2E-79546D445D51}" srcOrd="0" destOrd="0" presId="urn:microsoft.com/office/officeart/2024/layout/BulletTimelineInverted"/>
    <dgm:cxn modelId="{FD4EB0D5-AF18-4A4E-9BF1-6F7D8E14CF23}" type="presParOf" srcId="{69B23C79-54EC-402E-BE2E-79546D445D51}" destId="{A3CEAE18-2A44-4357-9DBB-B7D92A54D7FD}" srcOrd="0" destOrd="0" presId="urn:microsoft.com/office/officeart/2024/layout/BulletTimelineInverted"/>
    <dgm:cxn modelId="{FA020E60-00CD-46E3-89A5-4C1883060C39}" type="presParOf" srcId="{69B23C79-54EC-402E-BE2E-79546D445D51}" destId="{00E89B0C-5FF4-4FBE-9DDF-07A93FF4BF8D}" srcOrd="1" destOrd="0" presId="urn:microsoft.com/office/officeart/2024/layout/BulletTimelineInverted"/>
    <dgm:cxn modelId="{260C3B54-3C80-4DC2-B8FE-704998A3764E}" type="presParOf" srcId="{9358D8D8-B97B-4319-A8FE-B9D1F98A4E23}" destId="{2923A69D-842E-4808-BD6D-CEA79BF61D50}" srcOrd="1" destOrd="0" presId="urn:microsoft.com/office/officeart/2024/layout/BulletTimelineInverted"/>
    <dgm:cxn modelId="{2537DE8D-A610-451E-BCDE-66FAAC91D9E4}" type="presParOf" srcId="{9358D8D8-B97B-4319-A8FE-B9D1F98A4E23}" destId="{8AEEF51C-AE44-4285-A4B4-F8F1E46437AC}" srcOrd="2" destOrd="0" presId="urn:microsoft.com/office/officeart/2024/layout/BulletTimelineInverted"/>
    <dgm:cxn modelId="{8079FA56-C1FC-4A0F-BF08-1FD45F86C8C0}" type="presParOf" srcId="{9358D8D8-B97B-4319-A8FE-B9D1F98A4E23}" destId="{9BC94A5B-BCD6-48D9-9FE1-1CCA9779D3A2}" srcOrd="3" destOrd="0" presId="urn:microsoft.com/office/officeart/2024/layout/BulletTimelineInverted"/>
    <dgm:cxn modelId="{22C78B12-E025-4985-8BB2-EDA1BB7A7C99}" type="presParOf" srcId="{9358D8D8-B97B-4319-A8FE-B9D1F98A4E23}" destId="{16A00301-9F05-4786-9861-4B5BC862ACC0}" srcOrd="4" destOrd="0" presId="urn:microsoft.com/office/officeart/2024/layout/BulletTimelineInverted"/>
    <dgm:cxn modelId="{2BE76C3C-0F08-4E06-9163-45CB31190AEE}" type="presParOf" srcId="{16A00301-9F05-4786-9861-4B5BC862ACC0}" destId="{BF22464D-65F6-4F59-9F16-09D1B3333077}" srcOrd="0" destOrd="0" presId="urn:microsoft.com/office/officeart/2024/layout/BulletTimelineInverted"/>
    <dgm:cxn modelId="{2AADF003-15FD-4F82-8845-0A4685DC9F12}" type="presParOf" srcId="{9358D8D8-B97B-4319-A8FE-B9D1F98A4E23}" destId="{EE4C29C3-190A-46EE-9D53-D02C16665A5A}" srcOrd="5" destOrd="0" presId="urn:microsoft.com/office/officeart/2024/layout/BulletTimelineInverted"/>
    <dgm:cxn modelId="{952457C1-F427-493B-B38E-9F198E3735B4}" type="presParOf" srcId="{D51AB835-FE9B-436F-8A24-DA8F0C357128}" destId="{F9F5996C-ED30-4028-A453-360D53EC81C1}" srcOrd="9" destOrd="0" presId="urn:microsoft.com/office/officeart/2024/layout/BulletTimelineInverted"/>
    <dgm:cxn modelId="{06E79B25-0C9D-47E1-9CF7-C1E2C7586277}" type="presParOf" srcId="{D51AB835-FE9B-436F-8A24-DA8F0C357128}" destId="{5339D92E-F013-4384-8974-D9E6E879501B}" srcOrd="10" destOrd="0" presId="urn:microsoft.com/office/officeart/2024/layout/BulletTimelineInverted"/>
    <dgm:cxn modelId="{458D016A-56C2-4CF8-A3C4-25D5B3669755}" type="presParOf" srcId="{5339D92E-F013-4384-8974-D9E6E879501B}" destId="{11C2C96D-5575-451C-9022-C7FD1E036D91}" srcOrd="0" destOrd="0" presId="urn:microsoft.com/office/officeart/2024/layout/BulletTimelineInverted"/>
    <dgm:cxn modelId="{CCA4FE24-5AB9-424C-93AA-6C56ACB8F1A7}" type="presParOf" srcId="{11C2C96D-5575-451C-9022-C7FD1E036D91}" destId="{C7034D0F-5AB9-4EAE-96C4-5EB69D71A8EF}" srcOrd="0" destOrd="0" presId="urn:microsoft.com/office/officeart/2024/layout/BulletTimelineInverted"/>
    <dgm:cxn modelId="{BD328DDD-BD9D-4250-8186-0D154DA5C6EE}" type="presParOf" srcId="{11C2C96D-5575-451C-9022-C7FD1E036D91}" destId="{99468CDC-6BE5-43CB-8E27-2B9EEF53C992}" srcOrd="1" destOrd="0" presId="urn:microsoft.com/office/officeart/2024/layout/BulletTimelineInverted"/>
    <dgm:cxn modelId="{151F66FB-8F86-4BC6-885F-35F731F6AADE}" type="presParOf" srcId="{5339D92E-F013-4384-8974-D9E6E879501B}" destId="{0C8ECA4D-60E7-4C52-B83C-4E09B1813550}" srcOrd="1" destOrd="0" presId="urn:microsoft.com/office/officeart/2024/layout/BulletTimelineInverted"/>
    <dgm:cxn modelId="{8AF87070-78EF-4408-A8C7-1A77A362E63E}" type="presParOf" srcId="{5339D92E-F013-4384-8974-D9E6E879501B}" destId="{E927DE29-97C9-424E-A5D3-61AF4006972E}" srcOrd="2" destOrd="0" presId="urn:microsoft.com/office/officeart/2024/layout/BulletTimelineInverted"/>
    <dgm:cxn modelId="{8BE02B61-FF0E-4D6A-9446-A4B3777E4B7B}" type="presParOf" srcId="{5339D92E-F013-4384-8974-D9E6E879501B}" destId="{7A49C6B2-CA37-45C4-B24A-3C09F120BB45}" srcOrd="3" destOrd="0" presId="urn:microsoft.com/office/officeart/2024/layout/BulletTimelineInverted"/>
    <dgm:cxn modelId="{94B50185-07CD-4511-80E2-38C8B4279572}" type="presParOf" srcId="{5339D92E-F013-4384-8974-D9E6E879501B}" destId="{3EF552E2-D117-4BEE-82EA-16CD0CC4C660}" srcOrd="4" destOrd="0" presId="urn:microsoft.com/office/officeart/2024/layout/BulletTimelineInverted"/>
    <dgm:cxn modelId="{7B61E042-7219-46B9-B38B-F1B9CA55228F}" type="presParOf" srcId="{3EF552E2-D117-4BEE-82EA-16CD0CC4C660}" destId="{645D8143-6BEB-49CB-9730-564EE3066F18}" srcOrd="0" destOrd="0" presId="urn:microsoft.com/office/officeart/2024/layout/BulletTimelineInverted"/>
    <dgm:cxn modelId="{2F009F95-8748-444B-8F87-FB01E5805121}" type="presParOf" srcId="{5339D92E-F013-4384-8974-D9E6E879501B}" destId="{5A6D3091-F781-47F7-8680-D63B49D12F89}" srcOrd="5" destOrd="0" presId="urn:microsoft.com/office/officeart/2024/layout/BulletTimelineInverted"/>
  </dgm:cxnLst>
  <dgm:bg>
    <a:noFill/>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8AA20905-3954-474B-A606-562BCA026DC1}" type="doc">
      <dgm:prSet loTypeId="urn:microsoft.com/office/officeart/2005/8/layout/process5" loCatId="process" qsTypeId="urn:microsoft.com/office/officeart/2005/8/quickstyle/simple1" qsCatId="simple" csTypeId="urn:microsoft.com/office/officeart/2005/8/colors/colorful1" csCatId="colorful" phldr="1"/>
      <dgm:spPr/>
      <dgm:t>
        <a:bodyPr/>
        <a:lstStyle/>
        <a:p>
          <a:endParaRPr lang="en-US"/>
        </a:p>
      </dgm:t>
    </dgm:pt>
    <dgm:pt modelId="{53742231-981F-480A-940F-203EC2F7423F}">
      <dgm:prSet custT="1"/>
      <dgm:spPr>
        <a:solidFill>
          <a:srgbClr val="F8FBFF"/>
        </a:solidFill>
        <a:ln>
          <a:solidFill>
            <a:srgbClr val="1565C0"/>
          </a:solidFill>
        </a:ln>
      </dgm:spPr>
      <dgm:t>
        <a:bodyPr/>
        <a:lstStyle/>
        <a:p>
          <a:r>
            <a:rPr lang="en-US" sz="2000" dirty="0">
              <a:solidFill>
                <a:srgbClr val="212121"/>
              </a:solidFill>
            </a:rPr>
            <a:t>User Registration &amp; Login</a:t>
          </a:r>
          <a:endParaRPr lang="en-US" sz="2000" cap="none" dirty="0">
            <a:solidFill>
              <a:srgbClr val="212121"/>
            </a:solidFill>
          </a:endParaRPr>
        </a:p>
      </dgm:t>
    </dgm:pt>
    <dgm:pt modelId="{2FC75195-FBA1-43DE-85DD-40B4B3A2F1F3}" type="parTrans" cxnId="{F226B1C2-5D99-403A-8240-EAD6BD4D8534}">
      <dgm:prSet/>
      <dgm:spPr/>
      <dgm:t>
        <a:bodyPr/>
        <a:lstStyle/>
        <a:p>
          <a:endParaRPr lang="en-US"/>
        </a:p>
      </dgm:t>
    </dgm:pt>
    <dgm:pt modelId="{EF449C32-A7AE-4099-9E9B-9E2F736A89CE}" type="sibTrans" cxnId="{F226B1C2-5D99-403A-8240-EAD6BD4D8534}">
      <dgm:prSet phldrT="01" phldr="0"/>
      <dgm:spPr>
        <a:solidFill>
          <a:srgbClr val="42A5F5"/>
        </a:solidFill>
      </dgm:spPr>
      <dgm:t>
        <a:bodyPr/>
        <a:lstStyle/>
        <a:p>
          <a:endParaRPr lang="en-US" dirty="0"/>
        </a:p>
      </dgm:t>
    </dgm:pt>
    <dgm:pt modelId="{864D3C16-0D58-4541-A02B-E1E9AAFFF5CA}">
      <dgm:prSet custT="1"/>
      <dgm:spPr>
        <a:solidFill>
          <a:srgbClr val="F8FBFF"/>
        </a:solidFill>
        <a:ln>
          <a:solidFill>
            <a:srgbClr val="1565C0"/>
          </a:solidFill>
        </a:ln>
      </dgm:spPr>
      <dgm:t>
        <a:bodyPr/>
        <a:lstStyle/>
        <a:p>
          <a:r>
            <a:rPr lang="en-US" sz="2000" dirty="0">
              <a:solidFill>
                <a:srgbClr val="212121"/>
              </a:solidFill>
            </a:rPr>
            <a:t>Donation Request Management</a:t>
          </a:r>
          <a:endParaRPr lang="en-US" sz="2000" cap="none" dirty="0">
            <a:solidFill>
              <a:srgbClr val="212121"/>
            </a:solidFill>
          </a:endParaRPr>
        </a:p>
      </dgm:t>
    </dgm:pt>
    <dgm:pt modelId="{1A34A501-F5F6-4C19-86B6-89133FBF2E00}" type="parTrans" cxnId="{21E51D23-D8CE-43F3-8DCD-E683362BC8E6}">
      <dgm:prSet/>
      <dgm:spPr/>
      <dgm:t>
        <a:bodyPr/>
        <a:lstStyle/>
        <a:p>
          <a:endParaRPr lang="en-US"/>
        </a:p>
      </dgm:t>
    </dgm:pt>
    <dgm:pt modelId="{B52F64EB-C00A-470B-9CA7-F30B94B239E1}" type="sibTrans" cxnId="{21E51D23-D8CE-43F3-8DCD-E683362BC8E6}">
      <dgm:prSet/>
      <dgm:spPr>
        <a:solidFill>
          <a:srgbClr val="42A5F5"/>
        </a:solidFill>
      </dgm:spPr>
      <dgm:t>
        <a:bodyPr/>
        <a:lstStyle/>
        <a:p>
          <a:endParaRPr lang="en-US"/>
        </a:p>
      </dgm:t>
    </dgm:pt>
    <dgm:pt modelId="{54018198-53C7-4A4F-9013-5014C45C3240}">
      <dgm:prSet custT="1"/>
      <dgm:spPr>
        <a:solidFill>
          <a:srgbClr val="F8FBFF"/>
        </a:solidFill>
        <a:ln>
          <a:solidFill>
            <a:srgbClr val="1565C0"/>
          </a:solidFill>
        </a:ln>
      </dgm:spPr>
      <dgm:t>
        <a:bodyPr/>
        <a:lstStyle/>
        <a:p>
          <a:r>
            <a:rPr lang="en-US" sz="2000" dirty="0">
              <a:solidFill>
                <a:srgbClr val="212121"/>
              </a:solidFill>
            </a:rPr>
            <a:t>Role-Based Authentication</a:t>
          </a:r>
          <a:endParaRPr lang="en-US" sz="2000" cap="none" dirty="0">
            <a:solidFill>
              <a:srgbClr val="212121"/>
            </a:solidFill>
          </a:endParaRPr>
        </a:p>
      </dgm:t>
    </dgm:pt>
    <dgm:pt modelId="{87A0A71D-F022-45F1-A86E-38758DD451D7}" type="parTrans" cxnId="{84EACEDA-CDA4-4507-A353-546C804D5ED8}">
      <dgm:prSet/>
      <dgm:spPr/>
      <dgm:t>
        <a:bodyPr/>
        <a:lstStyle/>
        <a:p>
          <a:endParaRPr lang="en-US"/>
        </a:p>
      </dgm:t>
    </dgm:pt>
    <dgm:pt modelId="{0C37B8DE-74D8-4B01-AD3E-E3947F2C8D38}" type="sibTrans" cxnId="{84EACEDA-CDA4-4507-A353-546C804D5ED8}">
      <dgm:prSet/>
      <dgm:spPr>
        <a:solidFill>
          <a:srgbClr val="42A5F5"/>
        </a:solidFill>
      </dgm:spPr>
      <dgm:t>
        <a:bodyPr/>
        <a:lstStyle/>
        <a:p>
          <a:endParaRPr lang="en-US"/>
        </a:p>
      </dgm:t>
    </dgm:pt>
    <dgm:pt modelId="{37DE68E4-9E62-4800-A747-5902C7860D5D}">
      <dgm:prSet custT="1"/>
      <dgm:spPr>
        <a:solidFill>
          <a:srgbClr val="F8FBFF"/>
        </a:solidFill>
        <a:ln>
          <a:solidFill>
            <a:srgbClr val="1565C0"/>
          </a:solidFill>
        </a:ln>
      </dgm:spPr>
      <dgm:t>
        <a:bodyPr/>
        <a:lstStyle/>
        <a:p>
          <a:r>
            <a:rPr lang="en-US" sz="2000" dirty="0">
              <a:solidFill>
                <a:srgbClr val="212121"/>
              </a:solidFill>
            </a:rPr>
            <a:t>Organization &amp; Donor Management</a:t>
          </a:r>
          <a:endParaRPr lang="en-US" sz="2000" cap="none" dirty="0">
            <a:solidFill>
              <a:srgbClr val="212121"/>
            </a:solidFill>
          </a:endParaRPr>
        </a:p>
      </dgm:t>
    </dgm:pt>
    <dgm:pt modelId="{ADC5AF25-CC26-48F3-A125-CAED769ECA9A}" type="parTrans" cxnId="{573A9F9B-DE30-4139-8920-7B65918E6BD0}">
      <dgm:prSet/>
      <dgm:spPr/>
      <dgm:t>
        <a:bodyPr/>
        <a:lstStyle/>
        <a:p>
          <a:endParaRPr lang="en-US"/>
        </a:p>
      </dgm:t>
    </dgm:pt>
    <dgm:pt modelId="{BC63786D-1D37-4F21-B411-A760EAAC337E}" type="sibTrans" cxnId="{573A9F9B-DE30-4139-8920-7B65918E6BD0}">
      <dgm:prSet/>
      <dgm:spPr>
        <a:solidFill>
          <a:srgbClr val="42A5F5"/>
        </a:solidFill>
      </dgm:spPr>
      <dgm:t>
        <a:bodyPr/>
        <a:lstStyle/>
        <a:p>
          <a:endParaRPr lang="en-US"/>
        </a:p>
      </dgm:t>
    </dgm:pt>
    <dgm:pt modelId="{0F070FD3-6F6F-4A2D-879B-DE8562CF5A75}">
      <dgm:prSet custT="1"/>
      <dgm:spPr>
        <a:solidFill>
          <a:srgbClr val="F8FBFF"/>
        </a:solidFill>
        <a:ln>
          <a:solidFill>
            <a:srgbClr val="1565C0"/>
          </a:solidFill>
        </a:ln>
      </dgm:spPr>
      <dgm:t>
        <a:bodyPr/>
        <a:lstStyle/>
        <a:p>
          <a:r>
            <a:rPr lang="en-US" sz="2000" dirty="0">
              <a:solidFill>
                <a:srgbClr val="212121"/>
              </a:solidFill>
            </a:rPr>
            <a:t>Donation Management</a:t>
          </a:r>
          <a:endParaRPr lang="en-US" sz="2000" cap="none" dirty="0">
            <a:solidFill>
              <a:srgbClr val="212121"/>
            </a:solidFill>
          </a:endParaRPr>
        </a:p>
      </dgm:t>
    </dgm:pt>
    <dgm:pt modelId="{1502635F-9F34-47B2-8D0C-94E5B830CCD4}" type="parTrans" cxnId="{8AD5796C-3769-4EE2-97C4-C11457F42039}">
      <dgm:prSet/>
      <dgm:spPr/>
      <dgm:t>
        <a:bodyPr/>
        <a:lstStyle/>
        <a:p>
          <a:endParaRPr lang="en-US"/>
        </a:p>
      </dgm:t>
    </dgm:pt>
    <dgm:pt modelId="{58D10AB4-BF28-47F0-9A95-69DD25E0B18C}" type="sibTrans" cxnId="{8AD5796C-3769-4EE2-97C4-C11457F42039}">
      <dgm:prSet/>
      <dgm:spPr>
        <a:solidFill>
          <a:srgbClr val="42A5F5"/>
        </a:solidFill>
      </dgm:spPr>
      <dgm:t>
        <a:bodyPr/>
        <a:lstStyle/>
        <a:p>
          <a:endParaRPr lang="en-US"/>
        </a:p>
      </dgm:t>
    </dgm:pt>
    <dgm:pt modelId="{B805DC71-BA53-46C0-9AD7-4B1FA9BE2E7C}">
      <dgm:prSet custT="1"/>
      <dgm:spPr>
        <a:solidFill>
          <a:srgbClr val="F8FBFF"/>
        </a:solidFill>
        <a:ln>
          <a:solidFill>
            <a:srgbClr val="1565C0"/>
          </a:solidFill>
        </a:ln>
      </dgm:spPr>
      <dgm:t>
        <a:bodyPr/>
        <a:lstStyle/>
        <a:p>
          <a:r>
            <a:rPr lang="en-US" sz="2000" dirty="0">
              <a:solidFill>
                <a:srgbClr val="212121"/>
              </a:solidFill>
            </a:rPr>
            <a:t>Donation Categories</a:t>
          </a:r>
          <a:endParaRPr lang="en-US" sz="2000" cap="none" dirty="0">
            <a:solidFill>
              <a:srgbClr val="212121"/>
            </a:solidFill>
          </a:endParaRPr>
        </a:p>
      </dgm:t>
    </dgm:pt>
    <dgm:pt modelId="{C013476B-7A48-4249-BA1C-88F15F9B39B6}" type="parTrans" cxnId="{53868521-3F2A-4A5F-B718-DED3A3E1E7BA}">
      <dgm:prSet/>
      <dgm:spPr/>
      <dgm:t>
        <a:bodyPr/>
        <a:lstStyle/>
        <a:p>
          <a:endParaRPr lang="en-US"/>
        </a:p>
      </dgm:t>
    </dgm:pt>
    <dgm:pt modelId="{845F4AD8-049E-43C6-8E8A-A902BEF34E3D}" type="sibTrans" cxnId="{53868521-3F2A-4A5F-B718-DED3A3E1E7BA}">
      <dgm:prSet/>
      <dgm:spPr>
        <a:solidFill>
          <a:srgbClr val="42A5F5"/>
        </a:solidFill>
      </dgm:spPr>
      <dgm:t>
        <a:bodyPr/>
        <a:lstStyle/>
        <a:p>
          <a:endParaRPr lang="en-US"/>
        </a:p>
      </dgm:t>
    </dgm:pt>
    <dgm:pt modelId="{6E2CA55F-83E3-48AF-84BB-A72492FD91E2}">
      <dgm:prSet custT="1"/>
      <dgm:spPr>
        <a:solidFill>
          <a:srgbClr val="F8FBFF"/>
        </a:solidFill>
        <a:ln>
          <a:solidFill>
            <a:srgbClr val="1565C0"/>
          </a:solidFill>
        </a:ln>
      </dgm:spPr>
      <dgm:t>
        <a:bodyPr/>
        <a:lstStyle/>
        <a:p>
          <a:r>
            <a:rPr lang="en-US" sz="2000" dirty="0">
              <a:solidFill>
                <a:srgbClr val="212121"/>
              </a:solidFill>
            </a:rPr>
            <a:t>Image Upload Support</a:t>
          </a:r>
          <a:endParaRPr lang="en-US" sz="2000" cap="none" dirty="0">
            <a:solidFill>
              <a:srgbClr val="212121"/>
            </a:solidFill>
          </a:endParaRPr>
        </a:p>
      </dgm:t>
    </dgm:pt>
    <dgm:pt modelId="{853DF1E2-7F91-44FB-9583-B3CBB9B76DF7}" type="parTrans" cxnId="{307FC42E-1103-405F-B26A-1327CF255747}">
      <dgm:prSet/>
      <dgm:spPr/>
      <dgm:t>
        <a:bodyPr/>
        <a:lstStyle/>
        <a:p>
          <a:endParaRPr lang="en-US"/>
        </a:p>
      </dgm:t>
    </dgm:pt>
    <dgm:pt modelId="{C2D705F6-244D-47B6-9C8F-99CE01E7DB73}" type="sibTrans" cxnId="{307FC42E-1103-405F-B26A-1327CF255747}">
      <dgm:prSet/>
      <dgm:spPr>
        <a:solidFill>
          <a:srgbClr val="42A5F5"/>
        </a:solidFill>
      </dgm:spPr>
      <dgm:t>
        <a:bodyPr/>
        <a:lstStyle/>
        <a:p>
          <a:endParaRPr lang="en-US"/>
        </a:p>
      </dgm:t>
    </dgm:pt>
    <dgm:pt modelId="{6948A6BA-1A30-44D0-B90F-BDB3E9AA27C1}">
      <dgm:prSet custT="1"/>
      <dgm:spPr>
        <a:solidFill>
          <a:srgbClr val="F8FBFF"/>
        </a:solidFill>
        <a:ln>
          <a:solidFill>
            <a:srgbClr val="1565C0"/>
          </a:solidFill>
        </a:ln>
      </dgm:spPr>
      <dgm:t>
        <a:bodyPr/>
        <a:lstStyle/>
        <a:p>
          <a:r>
            <a:rPr lang="en-US" sz="2000">
              <a:solidFill>
                <a:srgbClr val="212121"/>
              </a:solidFill>
            </a:rPr>
            <a:t>Donation History Tracking</a:t>
          </a:r>
          <a:endParaRPr lang="en-US" sz="2000" cap="none" dirty="0">
            <a:solidFill>
              <a:srgbClr val="212121"/>
            </a:solidFill>
          </a:endParaRPr>
        </a:p>
      </dgm:t>
    </dgm:pt>
    <dgm:pt modelId="{9BE4F0A0-942D-4629-9AC6-7A8110F0BBEC}" type="parTrans" cxnId="{6DB0CE85-6870-4340-863A-905200CA8184}">
      <dgm:prSet/>
      <dgm:spPr/>
      <dgm:t>
        <a:bodyPr/>
        <a:lstStyle/>
        <a:p>
          <a:endParaRPr lang="en-US"/>
        </a:p>
      </dgm:t>
    </dgm:pt>
    <dgm:pt modelId="{0F7AB793-3E01-4C67-837B-B910FBA67B7F}" type="sibTrans" cxnId="{6DB0CE85-6870-4340-863A-905200CA8184}">
      <dgm:prSet/>
      <dgm:spPr>
        <a:solidFill>
          <a:srgbClr val="42A5F5"/>
        </a:solidFill>
      </dgm:spPr>
      <dgm:t>
        <a:bodyPr/>
        <a:lstStyle/>
        <a:p>
          <a:endParaRPr lang="en-US"/>
        </a:p>
      </dgm:t>
    </dgm:pt>
    <dgm:pt modelId="{0275A8BF-5CAA-4447-B215-AA78B7525D11}">
      <dgm:prSet custT="1"/>
      <dgm:spPr>
        <a:solidFill>
          <a:srgbClr val="F8FBFF"/>
        </a:solidFill>
        <a:ln>
          <a:solidFill>
            <a:srgbClr val="1565C0"/>
          </a:solidFill>
        </a:ln>
      </dgm:spPr>
      <dgm:t>
        <a:bodyPr/>
        <a:lstStyle/>
        <a:p>
          <a:r>
            <a:rPr lang="en-US" sz="2000">
              <a:solidFill>
                <a:srgbClr val="212121"/>
              </a:solidFill>
            </a:rPr>
            <a:t>Admin Dashboard</a:t>
          </a:r>
          <a:endParaRPr lang="en-US" sz="2000" cap="none" dirty="0">
            <a:solidFill>
              <a:srgbClr val="212121"/>
            </a:solidFill>
          </a:endParaRPr>
        </a:p>
      </dgm:t>
    </dgm:pt>
    <dgm:pt modelId="{907CD357-264C-4393-A728-E03887E30B32}" type="parTrans" cxnId="{CB833AD5-94CD-481A-A5C2-0C9345878F89}">
      <dgm:prSet/>
      <dgm:spPr/>
      <dgm:t>
        <a:bodyPr/>
        <a:lstStyle/>
        <a:p>
          <a:endParaRPr lang="en-US"/>
        </a:p>
      </dgm:t>
    </dgm:pt>
    <dgm:pt modelId="{C52CEF67-2C42-4ACE-AD99-263C6CB882BD}" type="sibTrans" cxnId="{CB833AD5-94CD-481A-A5C2-0C9345878F89}">
      <dgm:prSet/>
      <dgm:spPr>
        <a:solidFill>
          <a:srgbClr val="42A5F5"/>
        </a:solidFill>
      </dgm:spPr>
      <dgm:t>
        <a:bodyPr/>
        <a:lstStyle/>
        <a:p>
          <a:endParaRPr lang="en-US"/>
        </a:p>
      </dgm:t>
    </dgm:pt>
    <dgm:pt modelId="{D1A92075-3B83-43D1-B7E0-0E89D5BCD282}">
      <dgm:prSet custT="1"/>
      <dgm:spPr>
        <a:solidFill>
          <a:srgbClr val="F8FBFF"/>
        </a:solidFill>
        <a:ln>
          <a:solidFill>
            <a:srgbClr val="1565C0"/>
          </a:solidFill>
        </a:ln>
      </dgm:spPr>
      <dgm:t>
        <a:bodyPr/>
        <a:lstStyle/>
        <a:p>
          <a:r>
            <a:rPr lang="en-US" sz="2000">
              <a:solidFill>
                <a:srgbClr val="212121"/>
              </a:solidFill>
            </a:rPr>
            <a:t>CRUD Operations</a:t>
          </a:r>
          <a:endParaRPr lang="en-US" sz="2000" cap="none" dirty="0">
            <a:solidFill>
              <a:srgbClr val="212121"/>
            </a:solidFill>
          </a:endParaRPr>
        </a:p>
      </dgm:t>
    </dgm:pt>
    <dgm:pt modelId="{787E9A62-5509-48F1-BE63-C5D19C1009EB}" type="parTrans" cxnId="{B256EBF6-8FC1-40DC-A938-863F949FA2FF}">
      <dgm:prSet/>
      <dgm:spPr/>
      <dgm:t>
        <a:bodyPr/>
        <a:lstStyle/>
        <a:p>
          <a:endParaRPr lang="en-US"/>
        </a:p>
      </dgm:t>
    </dgm:pt>
    <dgm:pt modelId="{177238B0-467F-47BD-8B07-7D7D8F2C5115}" type="sibTrans" cxnId="{B256EBF6-8FC1-40DC-A938-863F949FA2FF}">
      <dgm:prSet/>
      <dgm:spPr>
        <a:solidFill>
          <a:srgbClr val="42A5F5"/>
        </a:solidFill>
      </dgm:spPr>
      <dgm:t>
        <a:bodyPr/>
        <a:lstStyle/>
        <a:p>
          <a:endParaRPr lang="en-US"/>
        </a:p>
      </dgm:t>
    </dgm:pt>
    <dgm:pt modelId="{5F61FE74-F896-40D0-A592-43BFCD95A446}">
      <dgm:prSet custT="1"/>
      <dgm:spPr>
        <a:solidFill>
          <a:srgbClr val="F8FBFF"/>
        </a:solidFill>
        <a:ln>
          <a:solidFill>
            <a:srgbClr val="1565C0"/>
          </a:solidFill>
        </a:ln>
      </dgm:spPr>
      <dgm:t>
        <a:bodyPr/>
        <a:lstStyle/>
        <a:p>
          <a:r>
            <a:rPr lang="en-US" sz="2000">
              <a:solidFill>
                <a:srgbClr val="212121"/>
              </a:solidFill>
            </a:rPr>
            <a:t>Responsive User Interface</a:t>
          </a:r>
          <a:endParaRPr lang="en-US" sz="2000" cap="none" dirty="0">
            <a:solidFill>
              <a:srgbClr val="212121"/>
            </a:solidFill>
          </a:endParaRPr>
        </a:p>
      </dgm:t>
    </dgm:pt>
    <dgm:pt modelId="{3D01CB75-D1A5-440E-99DA-3236400FE253}" type="parTrans" cxnId="{76A46C18-B81A-4A77-A233-1E7F16122C8A}">
      <dgm:prSet/>
      <dgm:spPr/>
      <dgm:t>
        <a:bodyPr/>
        <a:lstStyle/>
        <a:p>
          <a:endParaRPr lang="en-US"/>
        </a:p>
      </dgm:t>
    </dgm:pt>
    <dgm:pt modelId="{3F49837D-3F83-4B1B-A214-C0E2E594C9E9}" type="sibTrans" cxnId="{76A46C18-B81A-4A77-A233-1E7F16122C8A}">
      <dgm:prSet/>
      <dgm:spPr>
        <a:solidFill>
          <a:srgbClr val="42A5F5"/>
        </a:solidFill>
      </dgm:spPr>
      <dgm:t>
        <a:bodyPr/>
        <a:lstStyle/>
        <a:p>
          <a:endParaRPr lang="en-US"/>
        </a:p>
      </dgm:t>
    </dgm:pt>
    <dgm:pt modelId="{117D5054-B7DC-46AF-9B6E-E36BA57813F9}">
      <dgm:prSet custT="1"/>
      <dgm:spPr>
        <a:solidFill>
          <a:srgbClr val="F8FBFF"/>
        </a:solidFill>
        <a:ln>
          <a:solidFill>
            <a:srgbClr val="1565C0"/>
          </a:solidFill>
        </a:ln>
      </dgm:spPr>
      <dgm:t>
        <a:bodyPr/>
        <a:lstStyle/>
        <a:p>
          <a:pPr>
            <a:buNone/>
          </a:pPr>
          <a:r>
            <a:rPr lang="en-US" sz="2000" dirty="0">
              <a:solidFill>
                <a:srgbClr val="212121"/>
              </a:solidFill>
            </a:rPr>
            <a:t>Secure Record Management</a:t>
          </a:r>
          <a:endParaRPr lang="en-US" sz="2000" cap="none" dirty="0">
            <a:solidFill>
              <a:srgbClr val="212121"/>
            </a:solidFill>
          </a:endParaRPr>
        </a:p>
      </dgm:t>
    </dgm:pt>
    <dgm:pt modelId="{C8A1F10A-7AFB-4CC8-930A-DD6D2B07636D}" type="parTrans" cxnId="{9548EB3E-13D8-456A-ACDB-B10ABD3F525F}">
      <dgm:prSet/>
      <dgm:spPr/>
      <dgm:t>
        <a:bodyPr/>
        <a:lstStyle/>
        <a:p>
          <a:endParaRPr lang="en-US"/>
        </a:p>
      </dgm:t>
    </dgm:pt>
    <dgm:pt modelId="{ECE71D0F-A06D-4378-9B37-62738795CD77}" type="sibTrans" cxnId="{9548EB3E-13D8-456A-ACDB-B10ABD3F525F}">
      <dgm:prSet/>
      <dgm:spPr/>
      <dgm:t>
        <a:bodyPr/>
        <a:lstStyle/>
        <a:p>
          <a:endParaRPr lang="en-US"/>
        </a:p>
      </dgm:t>
    </dgm:pt>
    <dgm:pt modelId="{E0A3C982-7D8C-422E-A1AE-269BB03AA4F1}" type="pres">
      <dgm:prSet presAssocID="{8AA20905-3954-474B-A606-562BCA026DC1}" presName="diagram" presStyleCnt="0">
        <dgm:presLayoutVars>
          <dgm:dir/>
          <dgm:resizeHandles val="exact"/>
        </dgm:presLayoutVars>
      </dgm:prSet>
      <dgm:spPr/>
    </dgm:pt>
    <dgm:pt modelId="{6460B0E7-5B99-4E47-AC9B-562689FF11AE}" type="pres">
      <dgm:prSet presAssocID="{53742231-981F-480A-940F-203EC2F7423F}" presName="node" presStyleLbl="node1" presStyleIdx="0" presStyleCnt="12">
        <dgm:presLayoutVars>
          <dgm:bulletEnabled val="1"/>
        </dgm:presLayoutVars>
      </dgm:prSet>
      <dgm:spPr/>
    </dgm:pt>
    <dgm:pt modelId="{2B637F03-B690-40D7-89D2-DDC2583C69C2}" type="pres">
      <dgm:prSet presAssocID="{EF449C32-A7AE-4099-9E9B-9E2F736A89CE}" presName="sibTrans" presStyleLbl="sibTrans2D1" presStyleIdx="0" presStyleCnt="11"/>
      <dgm:spPr/>
    </dgm:pt>
    <dgm:pt modelId="{661BA905-BE76-4AB8-AC8C-D51407BC378D}" type="pres">
      <dgm:prSet presAssocID="{EF449C32-A7AE-4099-9E9B-9E2F736A89CE}" presName="connectorText" presStyleLbl="sibTrans2D1" presStyleIdx="0" presStyleCnt="11"/>
      <dgm:spPr/>
    </dgm:pt>
    <dgm:pt modelId="{35911048-EC79-4070-9A22-AEADFA90A02A}" type="pres">
      <dgm:prSet presAssocID="{864D3C16-0D58-4541-A02B-E1E9AAFFF5CA}" presName="node" presStyleLbl="node1" presStyleIdx="1" presStyleCnt="12">
        <dgm:presLayoutVars>
          <dgm:bulletEnabled val="1"/>
        </dgm:presLayoutVars>
      </dgm:prSet>
      <dgm:spPr/>
    </dgm:pt>
    <dgm:pt modelId="{194CA6F8-E26B-496D-8646-3EBA192C9F06}" type="pres">
      <dgm:prSet presAssocID="{B52F64EB-C00A-470B-9CA7-F30B94B239E1}" presName="sibTrans" presStyleLbl="sibTrans2D1" presStyleIdx="1" presStyleCnt="11"/>
      <dgm:spPr/>
    </dgm:pt>
    <dgm:pt modelId="{E92898BC-3E74-4109-BF13-EBBDC08C0833}" type="pres">
      <dgm:prSet presAssocID="{B52F64EB-C00A-470B-9CA7-F30B94B239E1}" presName="connectorText" presStyleLbl="sibTrans2D1" presStyleIdx="1" presStyleCnt="11"/>
      <dgm:spPr/>
    </dgm:pt>
    <dgm:pt modelId="{D578B95D-51D9-4C79-B20C-EE0535FFA9C5}" type="pres">
      <dgm:prSet presAssocID="{54018198-53C7-4A4F-9013-5014C45C3240}" presName="node" presStyleLbl="node1" presStyleIdx="2" presStyleCnt="12">
        <dgm:presLayoutVars>
          <dgm:bulletEnabled val="1"/>
        </dgm:presLayoutVars>
      </dgm:prSet>
      <dgm:spPr/>
    </dgm:pt>
    <dgm:pt modelId="{AD31C0C0-AB95-4DFF-9BDE-9E3446E637AD}" type="pres">
      <dgm:prSet presAssocID="{0C37B8DE-74D8-4B01-AD3E-E3947F2C8D38}" presName="sibTrans" presStyleLbl="sibTrans2D1" presStyleIdx="2" presStyleCnt="11"/>
      <dgm:spPr/>
    </dgm:pt>
    <dgm:pt modelId="{EC94C91E-5DF0-4410-BAAD-5C6F3A1B3498}" type="pres">
      <dgm:prSet presAssocID="{0C37B8DE-74D8-4B01-AD3E-E3947F2C8D38}" presName="connectorText" presStyleLbl="sibTrans2D1" presStyleIdx="2" presStyleCnt="11"/>
      <dgm:spPr/>
    </dgm:pt>
    <dgm:pt modelId="{EB016758-F80A-4708-AD53-072E06E74ED2}" type="pres">
      <dgm:prSet presAssocID="{37DE68E4-9E62-4800-A747-5902C7860D5D}" presName="node" presStyleLbl="node1" presStyleIdx="3" presStyleCnt="12">
        <dgm:presLayoutVars>
          <dgm:bulletEnabled val="1"/>
        </dgm:presLayoutVars>
      </dgm:prSet>
      <dgm:spPr/>
    </dgm:pt>
    <dgm:pt modelId="{AD02B45E-8819-4856-ABCB-8B2A1C8BCB03}" type="pres">
      <dgm:prSet presAssocID="{BC63786D-1D37-4F21-B411-A760EAAC337E}" presName="sibTrans" presStyleLbl="sibTrans2D1" presStyleIdx="3" presStyleCnt="11"/>
      <dgm:spPr/>
    </dgm:pt>
    <dgm:pt modelId="{822FCE26-AB95-45FC-91C4-B6F0028725C1}" type="pres">
      <dgm:prSet presAssocID="{BC63786D-1D37-4F21-B411-A760EAAC337E}" presName="connectorText" presStyleLbl="sibTrans2D1" presStyleIdx="3" presStyleCnt="11"/>
      <dgm:spPr/>
    </dgm:pt>
    <dgm:pt modelId="{FC59E36B-E753-49CF-8D1A-02C8880D83E3}" type="pres">
      <dgm:prSet presAssocID="{0F070FD3-6F6F-4A2D-879B-DE8562CF5A75}" presName="node" presStyleLbl="node1" presStyleIdx="4" presStyleCnt="12">
        <dgm:presLayoutVars>
          <dgm:bulletEnabled val="1"/>
        </dgm:presLayoutVars>
      </dgm:prSet>
      <dgm:spPr/>
    </dgm:pt>
    <dgm:pt modelId="{15376517-D379-414F-B48A-61A20A0299D7}" type="pres">
      <dgm:prSet presAssocID="{58D10AB4-BF28-47F0-9A95-69DD25E0B18C}" presName="sibTrans" presStyleLbl="sibTrans2D1" presStyleIdx="4" presStyleCnt="11"/>
      <dgm:spPr/>
    </dgm:pt>
    <dgm:pt modelId="{CFBFB32E-EAED-4622-91A8-90C4C0201CEF}" type="pres">
      <dgm:prSet presAssocID="{58D10AB4-BF28-47F0-9A95-69DD25E0B18C}" presName="connectorText" presStyleLbl="sibTrans2D1" presStyleIdx="4" presStyleCnt="11"/>
      <dgm:spPr/>
    </dgm:pt>
    <dgm:pt modelId="{4BE8EB1A-AB20-43A0-A3F5-C0949D22371A}" type="pres">
      <dgm:prSet presAssocID="{B805DC71-BA53-46C0-9AD7-4B1FA9BE2E7C}" presName="node" presStyleLbl="node1" presStyleIdx="5" presStyleCnt="12">
        <dgm:presLayoutVars>
          <dgm:bulletEnabled val="1"/>
        </dgm:presLayoutVars>
      </dgm:prSet>
      <dgm:spPr/>
    </dgm:pt>
    <dgm:pt modelId="{705DB373-B3E7-4ADD-B955-87CB9D135FCE}" type="pres">
      <dgm:prSet presAssocID="{845F4AD8-049E-43C6-8E8A-A902BEF34E3D}" presName="sibTrans" presStyleLbl="sibTrans2D1" presStyleIdx="5" presStyleCnt="11"/>
      <dgm:spPr/>
    </dgm:pt>
    <dgm:pt modelId="{F3E85F6A-B565-44BF-8BEB-D340A6C5B4DB}" type="pres">
      <dgm:prSet presAssocID="{845F4AD8-049E-43C6-8E8A-A902BEF34E3D}" presName="connectorText" presStyleLbl="sibTrans2D1" presStyleIdx="5" presStyleCnt="11"/>
      <dgm:spPr/>
    </dgm:pt>
    <dgm:pt modelId="{904D4B4D-030D-44D4-92B3-1D7D89FD8274}" type="pres">
      <dgm:prSet presAssocID="{6E2CA55F-83E3-48AF-84BB-A72492FD91E2}" presName="node" presStyleLbl="node1" presStyleIdx="6" presStyleCnt="12">
        <dgm:presLayoutVars>
          <dgm:bulletEnabled val="1"/>
        </dgm:presLayoutVars>
      </dgm:prSet>
      <dgm:spPr/>
    </dgm:pt>
    <dgm:pt modelId="{71494051-5529-4DB7-B447-35AAE765E196}" type="pres">
      <dgm:prSet presAssocID="{C2D705F6-244D-47B6-9C8F-99CE01E7DB73}" presName="sibTrans" presStyleLbl="sibTrans2D1" presStyleIdx="6" presStyleCnt="11"/>
      <dgm:spPr/>
    </dgm:pt>
    <dgm:pt modelId="{0DDEBFDB-48F6-460F-A752-DFC0B4349A91}" type="pres">
      <dgm:prSet presAssocID="{C2D705F6-244D-47B6-9C8F-99CE01E7DB73}" presName="connectorText" presStyleLbl="sibTrans2D1" presStyleIdx="6" presStyleCnt="11"/>
      <dgm:spPr/>
    </dgm:pt>
    <dgm:pt modelId="{9796B4CE-EC63-47E4-BC31-EB73048DE847}" type="pres">
      <dgm:prSet presAssocID="{6948A6BA-1A30-44D0-B90F-BDB3E9AA27C1}" presName="node" presStyleLbl="node1" presStyleIdx="7" presStyleCnt="12">
        <dgm:presLayoutVars>
          <dgm:bulletEnabled val="1"/>
        </dgm:presLayoutVars>
      </dgm:prSet>
      <dgm:spPr/>
    </dgm:pt>
    <dgm:pt modelId="{10F8EE5D-B007-43EC-91EA-88BA77448105}" type="pres">
      <dgm:prSet presAssocID="{0F7AB793-3E01-4C67-837B-B910FBA67B7F}" presName="sibTrans" presStyleLbl="sibTrans2D1" presStyleIdx="7" presStyleCnt="11"/>
      <dgm:spPr/>
    </dgm:pt>
    <dgm:pt modelId="{8FC9AA44-B897-4B78-8F25-4F3732143B5D}" type="pres">
      <dgm:prSet presAssocID="{0F7AB793-3E01-4C67-837B-B910FBA67B7F}" presName="connectorText" presStyleLbl="sibTrans2D1" presStyleIdx="7" presStyleCnt="11"/>
      <dgm:spPr/>
    </dgm:pt>
    <dgm:pt modelId="{8A1E68CD-352A-4A8C-9D8A-92B582E35F54}" type="pres">
      <dgm:prSet presAssocID="{0275A8BF-5CAA-4447-B215-AA78B7525D11}" presName="node" presStyleLbl="node1" presStyleIdx="8" presStyleCnt="12">
        <dgm:presLayoutVars>
          <dgm:bulletEnabled val="1"/>
        </dgm:presLayoutVars>
      </dgm:prSet>
      <dgm:spPr/>
    </dgm:pt>
    <dgm:pt modelId="{58CA5B73-5DFA-4BE7-AADD-122A3578C59B}" type="pres">
      <dgm:prSet presAssocID="{C52CEF67-2C42-4ACE-AD99-263C6CB882BD}" presName="sibTrans" presStyleLbl="sibTrans2D1" presStyleIdx="8" presStyleCnt="11"/>
      <dgm:spPr/>
    </dgm:pt>
    <dgm:pt modelId="{A53D9FCC-5CD6-4454-A890-804002E32BC1}" type="pres">
      <dgm:prSet presAssocID="{C52CEF67-2C42-4ACE-AD99-263C6CB882BD}" presName="connectorText" presStyleLbl="sibTrans2D1" presStyleIdx="8" presStyleCnt="11"/>
      <dgm:spPr/>
    </dgm:pt>
    <dgm:pt modelId="{33BC8C77-0AFC-4F78-9ADF-C93DAC7616E3}" type="pres">
      <dgm:prSet presAssocID="{D1A92075-3B83-43D1-B7E0-0E89D5BCD282}" presName="node" presStyleLbl="node1" presStyleIdx="9" presStyleCnt="12">
        <dgm:presLayoutVars>
          <dgm:bulletEnabled val="1"/>
        </dgm:presLayoutVars>
      </dgm:prSet>
      <dgm:spPr/>
    </dgm:pt>
    <dgm:pt modelId="{D32B89BC-4B23-4AF0-A425-AD38E1DA6BED}" type="pres">
      <dgm:prSet presAssocID="{177238B0-467F-47BD-8B07-7D7D8F2C5115}" presName="sibTrans" presStyleLbl="sibTrans2D1" presStyleIdx="9" presStyleCnt="11"/>
      <dgm:spPr/>
    </dgm:pt>
    <dgm:pt modelId="{26F6F334-A198-4B7B-B09B-263FFF7DCA31}" type="pres">
      <dgm:prSet presAssocID="{177238B0-467F-47BD-8B07-7D7D8F2C5115}" presName="connectorText" presStyleLbl="sibTrans2D1" presStyleIdx="9" presStyleCnt="11"/>
      <dgm:spPr/>
    </dgm:pt>
    <dgm:pt modelId="{583E2A71-4950-4ACE-9644-9DE9650200A3}" type="pres">
      <dgm:prSet presAssocID="{5F61FE74-F896-40D0-A592-43BFCD95A446}" presName="node" presStyleLbl="node1" presStyleIdx="10" presStyleCnt="12">
        <dgm:presLayoutVars>
          <dgm:bulletEnabled val="1"/>
        </dgm:presLayoutVars>
      </dgm:prSet>
      <dgm:spPr/>
    </dgm:pt>
    <dgm:pt modelId="{296A4B29-8C11-4A81-A9F7-F7A9E2CF03AE}" type="pres">
      <dgm:prSet presAssocID="{3F49837D-3F83-4B1B-A214-C0E2E594C9E9}" presName="sibTrans" presStyleLbl="sibTrans2D1" presStyleIdx="10" presStyleCnt="11"/>
      <dgm:spPr/>
    </dgm:pt>
    <dgm:pt modelId="{B2B5100F-80B9-4756-9E40-4194B13D4B45}" type="pres">
      <dgm:prSet presAssocID="{3F49837D-3F83-4B1B-A214-C0E2E594C9E9}" presName="connectorText" presStyleLbl="sibTrans2D1" presStyleIdx="10" presStyleCnt="11"/>
      <dgm:spPr/>
    </dgm:pt>
    <dgm:pt modelId="{9C294550-F630-4F8C-91DE-9BD35D68BD76}" type="pres">
      <dgm:prSet presAssocID="{117D5054-B7DC-46AF-9B6E-E36BA57813F9}" presName="node" presStyleLbl="node1" presStyleIdx="11" presStyleCnt="12">
        <dgm:presLayoutVars>
          <dgm:bulletEnabled val="1"/>
        </dgm:presLayoutVars>
      </dgm:prSet>
      <dgm:spPr/>
    </dgm:pt>
  </dgm:ptLst>
  <dgm:cxnLst>
    <dgm:cxn modelId="{ABDF8404-3CAE-4E3D-9894-71738456CA6A}" type="presOf" srcId="{B52F64EB-C00A-470B-9CA7-F30B94B239E1}" destId="{E92898BC-3E74-4109-BF13-EBBDC08C0833}" srcOrd="1" destOrd="0" presId="urn:microsoft.com/office/officeart/2005/8/layout/process5"/>
    <dgm:cxn modelId="{ABAD3207-E062-4DA2-9C52-E1DFC753CC05}" type="presOf" srcId="{C52CEF67-2C42-4ACE-AD99-263C6CB882BD}" destId="{58CA5B73-5DFA-4BE7-AADD-122A3578C59B}" srcOrd="0" destOrd="0" presId="urn:microsoft.com/office/officeart/2005/8/layout/process5"/>
    <dgm:cxn modelId="{3C41F70A-40A6-4129-9567-AB7E56EC58FA}" type="presOf" srcId="{58D10AB4-BF28-47F0-9A95-69DD25E0B18C}" destId="{CFBFB32E-EAED-4622-91A8-90C4C0201CEF}" srcOrd="1" destOrd="0" presId="urn:microsoft.com/office/officeart/2005/8/layout/process5"/>
    <dgm:cxn modelId="{7F28EF10-4D19-409E-904D-649E81712005}" type="presOf" srcId="{177238B0-467F-47BD-8B07-7D7D8F2C5115}" destId="{D32B89BC-4B23-4AF0-A425-AD38E1DA6BED}" srcOrd="0" destOrd="0" presId="urn:microsoft.com/office/officeart/2005/8/layout/process5"/>
    <dgm:cxn modelId="{76A46C18-B81A-4A77-A233-1E7F16122C8A}" srcId="{8AA20905-3954-474B-A606-562BCA026DC1}" destId="{5F61FE74-F896-40D0-A592-43BFCD95A446}" srcOrd="10" destOrd="0" parTransId="{3D01CB75-D1A5-440E-99DA-3236400FE253}" sibTransId="{3F49837D-3F83-4B1B-A214-C0E2E594C9E9}"/>
    <dgm:cxn modelId="{53868521-3F2A-4A5F-B718-DED3A3E1E7BA}" srcId="{8AA20905-3954-474B-A606-562BCA026DC1}" destId="{B805DC71-BA53-46C0-9AD7-4B1FA9BE2E7C}" srcOrd="5" destOrd="0" parTransId="{C013476B-7A48-4249-BA1C-88F15F9B39B6}" sibTransId="{845F4AD8-049E-43C6-8E8A-A902BEF34E3D}"/>
    <dgm:cxn modelId="{21E51D23-D8CE-43F3-8DCD-E683362BC8E6}" srcId="{8AA20905-3954-474B-A606-562BCA026DC1}" destId="{864D3C16-0D58-4541-A02B-E1E9AAFFF5CA}" srcOrd="1" destOrd="0" parTransId="{1A34A501-F5F6-4C19-86B6-89133FBF2E00}" sibTransId="{B52F64EB-C00A-470B-9CA7-F30B94B239E1}"/>
    <dgm:cxn modelId="{307FC42E-1103-405F-B26A-1327CF255747}" srcId="{8AA20905-3954-474B-A606-562BCA026DC1}" destId="{6E2CA55F-83E3-48AF-84BB-A72492FD91E2}" srcOrd="6" destOrd="0" parTransId="{853DF1E2-7F91-44FB-9583-B3CBB9B76DF7}" sibTransId="{C2D705F6-244D-47B6-9C8F-99CE01E7DB73}"/>
    <dgm:cxn modelId="{3B2F1537-3185-45E2-9195-811246DCC1E2}" type="presOf" srcId="{D1A92075-3B83-43D1-B7E0-0E89D5BCD282}" destId="{33BC8C77-0AFC-4F78-9ADF-C93DAC7616E3}" srcOrd="0" destOrd="0" presId="urn:microsoft.com/office/officeart/2005/8/layout/process5"/>
    <dgm:cxn modelId="{CB7DD33B-CB39-46D8-9566-EFDC4A5AC2DB}" type="presOf" srcId="{845F4AD8-049E-43C6-8E8A-A902BEF34E3D}" destId="{F3E85F6A-B565-44BF-8BEB-D340A6C5B4DB}" srcOrd="1" destOrd="0" presId="urn:microsoft.com/office/officeart/2005/8/layout/process5"/>
    <dgm:cxn modelId="{3AAD1C3C-0307-431C-9F10-54575848764D}" type="presOf" srcId="{0C37B8DE-74D8-4B01-AD3E-E3947F2C8D38}" destId="{EC94C91E-5DF0-4410-BAAD-5C6F3A1B3498}" srcOrd="1" destOrd="0" presId="urn:microsoft.com/office/officeart/2005/8/layout/process5"/>
    <dgm:cxn modelId="{9DE7553D-B7CE-4BE9-A1C2-57A3EC491BD9}" type="presOf" srcId="{53742231-981F-480A-940F-203EC2F7423F}" destId="{6460B0E7-5B99-4E47-AC9B-562689FF11AE}" srcOrd="0" destOrd="0" presId="urn:microsoft.com/office/officeart/2005/8/layout/process5"/>
    <dgm:cxn modelId="{9548EB3E-13D8-456A-ACDB-B10ABD3F525F}" srcId="{8AA20905-3954-474B-A606-562BCA026DC1}" destId="{117D5054-B7DC-46AF-9B6E-E36BA57813F9}" srcOrd="11" destOrd="0" parTransId="{C8A1F10A-7AFB-4CC8-930A-DD6D2B07636D}" sibTransId="{ECE71D0F-A06D-4378-9B37-62738795CD77}"/>
    <dgm:cxn modelId="{72FCC65C-446F-4D6F-ACBC-822E749F9EDA}" type="presOf" srcId="{EF449C32-A7AE-4099-9E9B-9E2F736A89CE}" destId="{2B637F03-B690-40D7-89D2-DDC2583C69C2}" srcOrd="0" destOrd="0" presId="urn:microsoft.com/office/officeart/2005/8/layout/process5"/>
    <dgm:cxn modelId="{84EE1061-67B9-4ECC-9594-F5C95E3EC5D1}" type="presOf" srcId="{B805DC71-BA53-46C0-9AD7-4B1FA9BE2E7C}" destId="{4BE8EB1A-AB20-43A0-A3F5-C0949D22371A}" srcOrd="0" destOrd="0" presId="urn:microsoft.com/office/officeart/2005/8/layout/process5"/>
    <dgm:cxn modelId="{98FBA262-DF59-4E6E-A94B-AC342EB8B4B2}" type="presOf" srcId="{C2D705F6-244D-47B6-9C8F-99CE01E7DB73}" destId="{0DDEBFDB-48F6-460F-A752-DFC0B4349A91}" srcOrd="1" destOrd="0" presId="urn:microsoft.com/office/officeart/2005/8/layout/process5"/>
    <dgm:cxn modelId="{6152D063-586E-40D9-90F5-1A8399804CAE}" type="presOf" srcId="{8AA20905-3954-474B-A606-562BCA026DC1}" destId="{E0A3C982-7D8C-422E-A1AE-269BB03AA4F1}" srcOrd="0" destOrd="0" presId="urn:microsoft.com/office/officeart/2005/8/layout/process5"/>
    <dgm:cxn modelId="{8AD5796C-3769-4EE2-97C4-C11457F42039}" srcId="{8AA20905-3954-474B-A606-562BCA026DC1}" destId="{0F070FD3-6F6F-4A2D-879B-DE8562CF5A75}" srcOrd="4" destOrd="0" parTransId="{1502635F-9F34-47B2-8D0C-94E5B830CCD4}" sibTransId="{58D10AB4-BF28-47F0-9A95-69DD25E0B18C}"/>
    <dgm:cxn modelId="{9D914B4F-268D-4B22-9BD9-D3940F87840F}" type="presOf" srcId="{177238B0-467F-47BD-8B07-7D7D8F2C5115}" destId="{26F6F334-A198-4B7B-B09B-263FFF7DCA31}" srcOrd="1" destOrd="0" presId="urn:microsoft.com/office/officeart/2005/8/layout/process5"/>
    <dgm:cxn modelId="{7A6C3F75-F94F-4DC9-A960-42842F2C480E}" type="presOf" srcId="{0F7AB793-3E01-4C67-837B-B910FBA67B7F}" destId="{10F8EE5D-B007-43EC-91EA-88BA77448105}" srcOrd="0" destOrd="0" presId="urn:microsoft.com/office/officeart/2005/8/layout/process5"/>
    <dgm:cxn modelId="{EC7C7857-F58F-4A09-9EC3-BB523EFEBB6A}" type="presOf" srcId="{6948A6BA-1A30-44D0-B90F-BDB3E9AA27C1}" destId="{9796B4CE-EC63-47E4-BC31-EB73048DE847}" srcOrd="0" destOrd="0" presId="urn:microsoft.com/office/officeart/2005/8/layout/process5"/>
    <dgm:cxn modelId="{ABD45E80-FFAA-4635-8C1E-1004AC228450}" type="presOf" srcId="{BC63786D-1D37-4F21-B411-A760EAAC337E}" destId="{822FCE26-AB95-45FC-91C4-B6F0028725C1}" srcOrd="1" destOrd="0" presId="urn:microsoft.com/office/officeart/2005/8/layout/process5"/>
    <dgm:cxn modelId="{6DB0CE85-6870-4340-863A-905200CA8184}" srcId="{8AA20905-3954-474B-A606-562BCA026DC1}" destId="{6948A6BA-1A30-44D0-B90F-BDB3E9AA27C1}" srcOrd="7" destOrd="0" parTransId="{9BE4F0A0-942D-4629-9AC6-7A8110F0BBEC}" sibTransId="{0F7AB793-3E01-4C67-837B-B910FBA67B7F}"/>
    <dgm:cxn modelId="{817E2C8D-F266-465A-9FD5-B597C941E5B8}" type="presOf" srcId="{5F61FE74-F896-40D0-A592-43BFCD95A446}" destId="{583E2A71-4950-4ACE-9644-9DE9650200A3}" srcOrd="0" destOrd="0" presId="urn:microsoft.com/office/officeart/2005/8/layout/process5"/>
    <dgm:cxn modelId="{F1677E92-4F39-4B7D-B4C0-ADBB8F1A0827}" type="presOf" srcId="{EF449C32-A7AE-4099-9E9B-9E2F736A89CE}" destId="{661BA905-BE76-4AB8-AC8C-D51407BC378D}" srcOrd="1" destOrd="0" presId="urn:microsoft.com/office/officeart/2005/8/layout/process5"/>
    <dgm:cxn modelId="{BA2EFB97-2E87-4045-8F8E-FF141EACFB1A}" type="presOf" srcId="{BC63786D-1D37-4F21-B411-A760EAAC337E}" destId="{AD02B45E-8819-4856-ABCB-8B2A1C8BCB03}" srcOrd="0" destOrd="0" presId="urn:microsoft.com/office/officeart/2005/8/layout/process5"/>
    <dgm:cxn modelId="{CE778099-5BCD-4F5D-BECC-213D83255409}" type="presOf" srcId="{117D5054-B7DC-46AF-9B6E-E36BA57813F9}" destId="{9C294550-F630-4F8C-91DE-9BD35D68BD76}" srcOrd="0" destOrd="0" presId="urn:microsoft.com/office/officeart/2005/8/layout/process5"/>
    <dgm:cxn modelId="{A7E3B19A-EFB3-4FC1-B736-05E2A8B5AC36}" type="presOf" srcId="{0F7AB793-3E01-4C67-837B-B910FBA67B7F}" destId="{8FC9AA44-B897-4B78-8F25-4F3732143B5D}" srcOrd="1" destOrd="0" presId="urn:microsoft.com/office/officeart/2005/8/layout/process5"/>
    <dgm:cxn modelId="{573A9F9B-DE30-4139-8920-7B65918E6BD0}" srcId="{8AA20905-3954-474B-A606-562BCA026DC1}" destId="{37DE68E4-9E62-4800-A747-5902C7860D5D}" srcOrd="3" destOrd="0" parTransId="{ADC5AF25-CC26-48F3-A125-CAED769ECA9A}" sibTransId="{BC63786D-1D37-4F21-B411-A760EAAC337E}"/>
    <dgm:cxn modelId="{BC177CA1-F63C-4AB5-9DE7-F887B0E5CFBC}" type="presOf" srcId="{864D3C16-0D58-4541-A02B-E1E9AAFFF5CA}" destId="{35911048-EC79-4070-9A22-AEADFA90A02A}" srcOrd="0" destOrd="0" presId="urn:microsoft.com/office/officeart/2005/8/layout/process5"/>
    <dgm:cxn modelId="{2A4745A5-7811-4731-B4E3-C21FB5534A37}" type="presOf" srcId="{0C37B8DE-74D8-4B01-AD3E-E3947F2C8D38}" destId="{AD31C0C0-AB95-4DFF-9BDE-9E3446E637AD}" srcOrd="0" destOrd="0" presId="urn:microsoft.com/office/officeart/2005/8/layout/process5"/>
    <dgm:cxn modelId="{40A1FBA6-E495-4998-A8AE-F750739480ED}" type="presOf" srcId="{845F4AD8-049E-43C6-8E8A-A902BEF34E3D}" destId="{705DB373-B3E7-4ADD-B955-87CB9D135FCE}" srcOrd="0" destOrd="0" presId="urn:microsoft.com/office/officeart/2005/8/layout/process5"/>
    <dgm:cxn modelId="{5FE013A8-0CF7-4666-A088-7FEFDEF5B8F6}" type="presOf" srcId="{0F070FD3-6F6F-4A2D-879B-DE8562CF5A75}" destId="{FC59E36B-E753-49CF-8D1A-02C8880D83E3}" srcOrd="0" destOrd="0" presId="urn:microsoft.com/office/officeart/2005/8/layout/process5"/>
    <dgm:cxn modelId="{D99B80A8-1074-42F6-A900-692DE18A6758}" type="presOf" srcId="{3F49837D-3F83-4B1B-A214-C0E2E594C9E9}" destId="{B2B5100F-80B9-4756-9E40-4194B13D4B45}" srcOrd="1" destOrd="0" presId="urn:microsoft.com/office/officeart/2005/8/layout/process5"/>
    <dgm:cxn modelId="{D2A9A5BD-A51A-4E31-9504-BCD67B4BDAE3}" type="presOf" srcId="{58D10AB4-BF28-47F0-9A95-69DD25E0B18C}" destId="{15376517-D379-414F-B48A-61A20A0299D7}" srcOrd="0" destOrd="0" presId="urn:microsoft.com/office/officeart/2005/8/layout/process5"/>
    <dgm:cxn modelId="{C7A58AC0-1E15-4103-BE6F-B6AC9F8A554C}" type="presOf" srcId="{37DE68E4-9E62-4800-A747-5902C7860D5D}" destId="{EB016758-F80A-4708-AD53-072E06E74ED2}" srcOrd="0" destOrd="0" presId="urn:microsoft.com/office/officeart/2005/8/layout/process5"/>
    <dgm:cxn modelId="{F226B1C2-5D99-403A-8240-EAD6BD4D8534}" srcId="{8AA20905-3954-474B-A606-562BCA026DC1}" destId="{53742231-981F-480A-940F-203EC2F7423F}" srcOrd="0" destOrd="0" parTransId="{2FC75195-FBA1-43DE-85DD-40B4B3A2F1F3}" sibTransId="{EF449C32-A7AE-4099-9E9B-9E2F736A89CE}"/>
    <dgm:cxn modelId="{BC1A63C8-F839-4D73-A081-3ED79D51B623}" type="presOf" srcId="{54018198-53C7-4A4F-9013-5014C45C3240}" destId="{D578B95D-51D9-4C79-B20C-EE0535FFA9C5}" srcOrd="0" destOrd="0" presId="urn:microsoft.com/office/officeart/2005/8/layout/process5"/>
    <dgm:cxn modelId="{7B15F8D3-430E-4A3E-BB9C-D5EBC502242F}" type="presOf" srcId="{C2D705F6-244D-47B6-9C8F-99CE01E7DB73}" destId="{71494051-5529-4DB7-B447-35AAE765E196}" srcOrd="0" destOrd="0" presId="urn:microsoft.com/office/officeart/2005/8/layout/process5"/>
    <dgm:cxn modelId="{B6AB3CD4-C663-4463-8D2C-7E743018211E}" type="presOf" srcId="{B52F64EB-C00A-470B-9CA7-F30B94B239E1}" destId="{194CA6F8-E26B-496D-8646-3EBA192C9F06}" srcOrd="0" destOrd="0" presId="urn:microsoft.com/office/officeart/2005/8/layout/process5"/>
    <dgm:cxn modelId="{37F4FFD4-F5B9-408D-9D89-938E88ACE2F8}" type="presOf" srcId="{6E2CA55F-83E3-48AF-84BB-A72492FD91E2}" destId="{904D4B4D-030D-44D4-92B3-1D7D89FD8274}" srcOrd="0" destOrd="0" presId="urn:microsoft.com/office/officeart/2005/8/layout/process5"/>
    <dgm:cxn modelId="{CB833AD5-94CD-481A-A5C2-0C9345878F89}" srcId="{8AA20905-3954-474B-A606-562BCA026DC1}" destId="{0275A8BF-5CAA-4447-B215-AA78B7525D11}" srcOrd="8" destOrd="0" parTransId="{907CD357-264C-4393-A728-E03887E30B32}" sibTransId="{C52CEF67-2C42-4ACE-AD99-263C6CB882BD}"/>
    <dgm:cxn modelId="{84EACEDA-CDA4-4507-A353-546C804D5ED8}" srcId="{8AA20905-3954-474B-A606-562BCA026DC1}" destId="{54018198-53C7-4A4F-9013-5014C45C3240}" srcOrd="2" destOrd="0" parTransId="{87A0A71D-F022-45F1-A86E-38758DD451D7}" sibTransId="{0C37B8DE-74D8-4B01-AD3E-E3947F2C8D38}"/>
    <dgm:cxn modelId="{515B6DDB-BBE2-4202-8A84-96D675625AC4}" type="presOf" srcId="{C52CEF67-2C42-4ACE-AD99-263C6CB882BD}" destId="{A53D9FCC-5CD6-4454-A890-804002E32BC1}" srcOrd="1" destOrd="0" presId="urn:microsoft.com/office/officeart/2005/8/layout/process5"/>
    <dgm:cxn modelId="{A5B963E0-6655-4640-8C5B-D5D1B7302D34}" type="presOf" srcId="{3F49837D-3F83-4B1B-A214-C0E2E594C9E9}" destId="{296A4B29-8C11-4A81-A9F7-F7A9E2CF03AE}" srcOrd="0" destOrd="0" presId="urn:microsoft.com/office/officeart/2005/8/layout/process5"/>
    <dgm:cxn modelId="{12BFADE0-3D63-496A-8404-CDE74EF19E4A}" type="presOf" srcId="{0275A8BF-5CAA-4447-B215-AA78B7525D11}" destId="{8A1E68CD-352A-4A8C-9D8A-92B582E35F54}" srcOrd="0" destOrd="0" presId="urn:microsoft.com/office/officeart/2005/8/layout/process5"/>
    <dgm:cxn modelId="{B256EBF6-8FC1-40DC-A938-863F949FA2FF}" srcId="{8AA20905-3954-474B-A606-562BCA026DC1}" destId="{D1A92075-3B83-43D1-B7E0-0E89D5BCD282}" srcOrd="9" destOrd="0" parTransId="{787E9A62-5509-48F1-BE63-C5D19C1009EB}" sibTransId="{177238B0-467F-47BD-8B07-7D7D8F2C5115}"/>
    <dgm:cxn modelId="{83D39A4D-8BA0-4A0B-B427-91CB8516B737}" type="presParOf" srcId="{E0A3C982-7D8C-422E-A1AE-269BB03AA4F1}" destId="{6460B0E7-5B99-4E47-AC9B-562689FF11AE}" srcOrd="0" destOrd="0" presId="urn:microsoft.com/office/officeart/2005/8/layout/process5"/>
    <dgm:cxn modelId="{197DEDD3-AFB0-4677-A01F-C905B36BB691}" type="presParOf" srcId="{E0A3C982-7D8C-422E-A1AE-269BB03AA4F1}" destId="{2B637F03-B690-40D7-89D2-DDC2583C69C2}" srcOrd="1" destOrd="0" presId="urn:microsoft.com/office/officeart/2005/8/layout/process5"/>
    <dgm:cxn modelId="{051D9C67-9C95-4C91-8702-A9D5680D3475}" type="presParOf" srcId="{2B637F03-B690-40D7-89D2-DDC2583C69C2}" destId="{661BA905-BE76-4AB8-AC8C-D51407BC378D}" srcOrd="0" destOrd="0" presId="urn:microsoft.com/office/officeart/2005/8/layout/process5"/>
    <dgm:cxn modelId="{6DB5E037-A621-45D8-9690-75145386C172}" type="presParOf" srcId="{E0A3C982-7D8C-422E-A1AE-269BB03AA4F1}" destId="{35911048-EC79-4070-9A22-AEADFA90A02A}" srcOrd="2" destOrd="0" presId="urn:microsoft.com/office/officeart/2005/8/layout/process5"/>
    <dgm:cxn modelId="{7A98DED8-25A1-44E7-A799-28C5F17FBA97}" type="presParOf" srcId="{E0A3C982-7D8C-422E-A1AE-269BB03AA4F1}" destId="{194CA6F8-E26B-496D-8646-3EBA192C9F06}" srcOrd="3" destOrd="0" presId="urn:microsoft.com/office/officeart/2005/8/layout/process5"/>
    <dgm:cxn modelId="{FE252DCF-46BF-46D2-BD81-13199F54D8C2}" type="presParOf" srcId="{194CA6F8-E26B-496D-8646-3EBA192C9F06}" destId="{E92898BC-3E74-4109-BF13-EBBDC08C0833}" srcOrd="0" destOrd="0" presId="urn:microsoft.com/office/officeart/2005/8/layout/process5"/>
    <dgm:cxn modelId="{BB4D440D-3EF3-45D7-926D-E79A51438A3F}" type="presParOf" srcId="{E0A3C982-7D8C-422E-A1AE-269BB03AA4F1}" destId="{D578B95D-51D9-4C79-B20C-EE0535FFA9C5}" srcOrd="4" destOrd="0" presId="urn:microsoft.com/office/officeart/2005/8/layout/process5"/>
    <dgm:cxn modelId="{BCE98596-AC0B-4033-BEFA-B9B2E4AC7B6C}" type="presParOf" srcId="{E0A3C982-7D8C-422E-A1AE-269BB03AA4F1}" destId="{AD31C0C0-AB95-4DFF-9BDE-9E3446E637AD}" srcOrd="5" destOrd="0" presId="urn:microsoft.com/office/officeart/2005/8/layout/process5"/>
    <dgm:cxn modelId="{3DD27F58-0348-4647-99B3-18F55BEEA862}" type="presParOf" srcId="{AD31C0C0-AB95-4DFF-9BDE-9E3446E637AD}" destId="{EC94C91E-5DF0-4410-BAAD-5C6F3A1B3498}" srcOrd="0" destOrd="0" presId="urn:microsoft.com/office/officeart/2005/8/layout/process5"/>
    <dgm:cxn modelId="{A41E3890-7F10-43B5-A861-64F6EFF45C20}" type="presParOf" srcId="{E0A3C982-7D8C-422E-A1AE-269BB03AA4F1}" destId="{EB016758-F80A-4708-AD53-072E06E74ED2}" srcOrd="6" destOrd="0" presId="urn:microsoft.com/office/officeart/2005/8/layout/process5"/>
    <dgm:cxn modelId="{A8EECBDE-6B28-4290-8A24-658590046B55}" type="presParOf" srcId="{E0A3C982-7D8C-422E-A1AE-269BB03AA4F1}" destId="{AD02B45E-8819-4856-ABCB-8B2A1C8BCB03}" srcOrd="7" destOrd="0" presId="urn:microsoft.com/office/officeart/2005/8/layout/process5"/>
    <dgm:cxn modelId="{068FB496-E48D-49E1-8387-98C77379E775}" type="presParOf" srcId="{AD02B45E-8819-4856-ABCB-8B2A1C8BCB03}" destId="{822FCE26-AB95-45FC-91C4-B6F0028725C1}" srcOrd="0" destOrd="0" presId="urn:microsoft.com/office/officeart/2005/8/layout/process5"/>
    <dgm:cxn modelId="{962F5AE6-E344-4897-94B7-5283C2331861}" type="presParOf" srcId="{E0A3C982-7D8C-422E-A1AE-269BB03AA4F1}" destId="{FC59E36B-E753-49CF-8D1A-02C8880D83E3}" srcOrd="8" destOrd="0" presId="urn:microsoft.com/office/officeart/2005/8/layout/process5"/>
    <dgm:cxn modelId="{1EA10AEF-C55C-4173-8D1F-0CBBB2F5EB6C}" type="presParOf" srcId="{E0A3C982-7D8C-422E-A1AE-269BB03AA4F1}" destId="{15376517-D379-414F-B48A-61A20A0299D7}" srcOrd="9" destOrd="0" presId="urn:microsoft.com/office/officeart/2005/8/layout/process5"/>
    <dgm:cxn modelId="{97CB5F31-3244-4F8A-A8CD-357C696091D4}" type="presParOf" srcId="{15376517-D379-414F-B48A-61A20A0299D7}" destId="{CFBFB32E-EAED-4622-91A8-90C4C0201CEF}" srcOrd="0" destOrd="0" presId="urn:microsoft.com/office/officeart/2005/8/layout/process5"/>
    <dgm:cxn modelId="{22A5610E-2418-4482-88A5-2914E8201C6B}" type="presParOf" srcId="{E0A3C982-7D8C-422E-A1AE-269BB03AA4F1}" destId="{4BE8EB1A-AB20-43A0-A3F5-C0949D22371A}" srcOrd="10" destOrd="0" presId="urn:microsoft.com/office/officeart/2005/8/layout/process5"/>
    <dgm:cxn modelId="{8EAFF249-32FF-44DA-8351-5238A5732237}" type="presParOf" srcId="{E0A3C982-7D8C-422E-A1AE-269BB03AA4F1}" destId="{705DB373-B3E7-4ADD-B955-87CB9D135FCE}" srcOrd="11" destOrd="0" presId="urn:microsoft.com/office/officeart/2005/8/layout/process5"/>
    <dgm:cxn modelId="{4401AA8D-43A2-4609-8C81-506AEEF86BCF}" type="presParOf" srcId="{705DB373-B3E7-4ADD-B955-87CB9D135FCE}" destId="{F3E85F6A-B565-44BF-8BEB-D340A6C5B4DB}" srcOrd="0" destOrd="0" presId="urn:microsoft.com/office/officeart/2005/8/layout/process5"/>
    <dgm:cxn modelId="{03E10868-0BED-4682-B4DA-86752FE5420D}" type="presParOf" srcId="{E0A3C982-7D8C-422E-A1AE-269BB03AA4F1}" destId="{904D4B4D-030D-44D4-92B3-1D7D89FD8274}" srcOrd="12" destOrd="0" presId="urn:microsoft.com/office/officeart/2005/8/layout/process5"/>
    <dgm:cxn modelId="{0C9515F1-B692-416C-AD73-774A2B08914B}" type="presParOf" srcId="{E0A3C982-7D8C-422E-A1AE-269BB03AA4F1}" destId="{71494051-5529-4DB7-B447-35AAE765E196}" srcOrd="13" destOrd="0" presId="urn:microsoft.com/office/officeart/2005/8/layout/process5"/>
    <dgm:cxn modelId="{5D51D1A1-E73A-4B40-970E-BA9557722111}" type="presParOf" srcId="{71494051-5529-4DB7-B447-35AAE765E196}" destId="{0DDEBFDB-48F6-460F-A752-DFC0B4349A91}" srcOrd="0" destOrd="0" presId="urn:microsoft.com/office/officeart/2005/8/layout/process5"/>
    <dgm:cxn modelId="{98592F8D-826B-4028-9FF7-CFA0758C86D9}" type="presParOf" srcId="{E0A3C982-7D8C-422E-A1AE-269BB03AA4F1}" destId="{9796B4CE-EC63-47E4-BC31-EB73048DE847}" srcOrd="14" destOrd="0" presId="urn:microsoft.com/office/officeart/2005/8/layout/process5"/>
    <dgm:cxn modelId="{4FA6BCEB-C78D-4F92-A396-D3453281925D}" type="presParOf" srcId="{E0A3C982-7D8C-422E-A1AE-269BB03AA4F1}" destId="{10F8EE5D-B007-43EC-91EA-88BA77448105}" srcOrd="15" destOrd="0" presId="urn:microsoft.com/office/officeart/2005/8/layout/process5"/>
    <dgm:cxn modelId="{8CD4CF94-8859-4847-8890-99CAD3373F1E}" type="presParOf" srcId="{10F8EE5D-B007-43EC-91EA-88BA77448105}" destId="{8FC9AA44-B897-4B78-8F25-4F3732143B5D}" srcOrd="0" destOrd="0" presId="urn:microsoft.com/office/officeart/2005/8/layout/process5"/>
    <dgm:cxn modelId="{7A54F45F-03A6-4438-9B84-F1C1BC77BFEF}" type="presParOf" srcId="{E0A3C982-7D8C-422E-A1AE-269BB03AA4F1}" destId="{8A1E68CD-352A-4A8C-9D8A-92B582E35F54}" srcOrd="16" destOrd="0" presId="urn:microsoft.com/office/officeart/2005/8/layout/process5"/>
    <dgm:cxn modelId="{88F3608E-F7AC-4C98-9AB2-F1B809104E87}" type="presParOf" srcId="{E0A3C982-7D8C-422E-A1AE-269BB03AA4F1}" destId="{58CA5B73-5DFA-4BE7-AADD-122A3578C59B}" srcOrd="17" destOrd="0" presId="urn:microsoft.com/office/officeart/2005/8/layout/process5"/>
    <dgm:cxn modelId="{B93D99C2-4487-4205-90EA-10D432F92128}" type="presParOf" srcId="{58CA5B73-5DFA-4BE7-AADD-122A3578C59B}" destId="{A53D9FCC-5CD6-4454-A890-804002E32BC1}" srcOrd="0" destOrd="0" presId="urn:microsoft.com/office/officeart/2005/8/layout/process5"/>
    <dgm:cxn modelId="{A4709525-80F6-40CE-8E96-8FF4A4143CBB}" type="presParOf" srcId="{E0A3C982-7D8C-422E-A1AE-269BB03AA4F1}" destId="{33BC8C77-0AFC-4F78-9ADF-C93DAC7616E3}" srcOrd="18" destOrd="0" presId="urn:microsoft.com/office/officeart/2005/8/layout/process5"/>
    <dgm:cxn modelId="{9C1C559F-3E28-4ECD-A643-65C8E45C09CE}" type="presParOf" srcId="{E0A3C982-7D8C-422E-A1AE-269BB03AA4F1}" destId="{D32B89BC-4B23-4AF0-A425-AD38E1DA6BED}" srcOrd="19" destOrd="0" presId="urn:microsoft.com/office/officeart/2005/8/layout/process5"/>
    <dgm:cxn modelId="{E46CBB01-03E9-472E-95BC-5501ADF4DA4A}" type="presParOf" srcId="{D32B89BC-4B23-4AF0-A425-AD38E1DA6BED}" destId="{26F6F334-A198-4B7B-B09B-263FFF7DCA31}" srcOrd="0" destOrd="0" presId="urn:microsoft.com/office/officeart/2005/8/layout/process5"/>
    <dgm:cxn modelId="{FD57AD1D-A83D-4B66-BEE2-6FE7A0664754}" type="presParOf" srcId="{E0A3C982-7D8C-422E-A1AE-269BB03AA4F1}" destId="{583E2A71-4950-4ACE-9644-9DE9650200A3}" srcOrd="20" destOrd="0" presId="urn:microsoft.com/office/officeart/2005/8/layout/process5"/>
    <dgm:cxn modelId="{16FFC448-48EF-48EB-AE27-F0332DCDBD32}" type="presParOf" srcId="{E0A3C982-7D8C-422E-A1AE-269BB03AA4F1}" destId="{296A4B29-8C11-4A81-A9F7-F7A9E2CF03AE}" srcOrd="21" destOrd="0" presId="urn:microsoft.com/office/officeart/2005/8/layout/process5"/>
    <dgm:cxn modelId="{1578978F-AC69-4CF8-B8FD-7857CA1318DA}" type="presParOf" srcId="{296A4B29-8C11-4A81-A9F7-F7A9E2CF03AE}" destId="{B2B5100F-80B9-4756-9E40-4194B13D4B45}" srcOrd="0" destOrd="0" presId="urn:microsoft.com/office/officeart/2005/8/layout/process5"/>
    <dgm:cxn modelId="{785291E6-AE97-48A7-AF11-1EAF1027593A}" type="presParOf" srcId="{E0A3C982-7D8C-422E-A1AE-269BB03AA4F1}" destId="{9C294550-F630-4F8C-91DE-9BD35D68BD76}" srcOrd="22" destOrd="0" presId="urn:microsoft.com/office/officeart/2005/8/layout/process5"/>
  </dgm:cxnLst>
  <dgm:bg>
    <a:solidFill>
      <a:srgbClr val="F8FBFF"/>
    </a:solid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AA20905-3954-474B-A606-562BCA026DC1}"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US"/>
        </a:p>
      </dgm:t>
    </dgm:pt>
    <dgm:pt modelId="{B4EE83AE-5D28-4A43-96B2-717741D611D6}">
      <dgm:prSet custT="1"/>
      <dgm:spPr>
        <a:solidFill>
          <a:srgbClr val="42A5F5"/>
        </a:solidFill>
        <a:ln w="15875" cap="rnd" cmpd="sng" algn="ctr">
          <a:solidFill>
            <a:srgbClr val="42A5F5"/>
          </a:solidFill>
          <a:prstDash val="solid"/>
        </a:ln>
        <a:effectLst/>
      </dgm:spPr>
      <dgm:t>
        <a:bodyPr/>
        <a:lstStyle/>
        <a:p>
          <a:r>
            <a:rPr lang="en-US" sz="1600" b="1" kern="1200" dirty="0">
              <a:solidFill>
                <a:srgbClr val="212121"/>
              </a:solidFill>
              <a:latin typeface="Goudy Old Style"/>
              <a:ea typeface="+mn-ea"/>
              <a:cs typeface="+mn-cs"/>
            </a:rPr>
            <a:t>Combines multiple Node.js modules into one application. Combines multiple Node.js modules into one application.</a:t>
          </a:r>
        </a:p>
      </dgm:t>
    </dgm:pt>
    <dgm:pt modelId="{B7BFEA67-2BD0-40DD-BA44-65493DD00EE9}" type="parTrans" cxnId="{29BF5F08-0589-4715-A0C4-304F28D40A1E}">
      <dgm:prSet/>
      <dgm:spPr/>
      <dgm:t>
        <a:bodyPr/>
        <a:lstStyle/>
        <a:p>
          <a:endParaRPr lang="en-US"/>
        </a:p>
      </dgm:t>
    </dgm:pt>
    <dgm:pt modelId="{3869DABC-DDD3-46A9-8861-538A0C47D50C}" type="sibTrans" cxnId="{29BF5F08-0589-4715-A0C4-304F28D40A1E}">
      <dgm:prSet phldrT="1" phldr="0"/>
      <dgm:spPr/>
    </dgm:pt>
    <dgm:pt modelId="{1C3CDB74-6784-483D-BCD3-E12AC8CD4D10}">
      <dgm:prSet custT="1"/>
      <dgm:spPr>
        <a:solidFill>
          <a:prstClr val="white">
            <a:hueOff val="0"/>
            <a:satOff val="0"/>
            <a:lumOff val="0"/>
            <a:alphaOff val="0"/>
          </a:prstClr>
        </a:solidFill>
        <a:ln w="15875" cap="rnd" cmpd="sng" algn="ctr">
          <a:solidFill>
            <a:schemeClr val="tx1"/>
          </a:solidFill>
          <a:prstDash val="solid"/>
        </a:ln>
        <a:effectLst/>
      </dgm:spPr>
      <dgm:t>
        <a:bodyPr spcFirstLastPara="0" vert="horz" wrap="square" lIns="353350" tIns="40640" rIns="40640" bIns="40640" numCol="1" spcCol="1270" anchor="ctr" anchorCtr="0"/>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Uses different routes for different functionalities.</a:t>
          </a:r>
        </a:p>
      </dgm:t>
    </dgm:pt>
    <dgm:pt modelId="{5796B33E-A787-4BF4-A2D4-FF3F90C0545F}" type="sibTrans" cxnId="{539C0A74-88E3-4F86-9A57-AB9369D13BFB}">
      <dgm:prSet phldrT="2" phldr="0"/>
      <dgm:spPr/>
    </dgm:pt>
    <dgm:pt modelId="{6F2B41B0-6611-4B96-9CBF-9EDE5CE2E45E}" type="parTrans" cxnId="{539C0A74-88E3-4F86-9A57-AB9369D13BFB}">
      <dgm:prSet/>
      <dgm:spPr/>
      <dgm:t>
        <a:bodyPr/>
        <a:lstStyle/>
        <a:p>
          <a:endParaRPr lang="en-US"/>
        </a:p>
      </dgm:t>
    </dgm:pt>
    <dgm:pt modelId="{3E12C986-B89B-459A-83F0-1ADB9C2295FC}">
      <dgm:prSet custT="1"/>
      <dgm:spPr>
        <a:solidFill>
          <a:srgbClr val="42A5F5"/>
        </a:solidFill>
        <a:ln w="15875" cap="rnd" cmpd="sng" algn="ctr">
          <a:solidFill>
            <a:srgbClr val="42A5F5"/>
          </a:solidFill>
          <a:prstDash val="solid"/>
        </a:ln>
        <a:effectLst/>
      </dgm:spPr>
      <dgm:t>
        <a:bodyPr spcFirstLastPara="0" vert="horz" wrap="square" lIns="353350" tIns="40640" rIns="40640" bIns="40640" numCol="1" spcCol="1270" anchor="ctr" anchorCtr="0"/>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Uses the http module to handle requests and responses.</a:t>
          </a:r>
        </a:p>
      </dgm:t>
    </dgm:pt>
    <dgm:pt modelId="{3DADDBCA-4B72-4628-B9E7-C5AB9F100E95}" type="parTrans" cxnId="{50DACAC8-3043-4AF5-8F23-2F24BF5397C2}">
      <dgm:prSet/>
      <dgm:spPr/>
      <dgm:t>
        <a:bodyPr/>
        <a:lstStyle/>
        <a:p>
          <a:endParaRPr lang="en-US"/>
        </a:p>
      </dgm:t>
    </dgm:pt>
    <dgm:pt modelId="{1E811657-8041-4552-867E-9F0C4E281D89}" type="sibTrans" cxnId="{50DACAC8-3043-4AF5-8F23-2F24BF5397C2}">
      <dgm:prSet phldrT="3" phldr="0"/>
      <dgm:spPr/>
    </dgm:pt>
    <dgm:pt modelId="{D87BAD8F-1933-4A33-9640-9D8FF5944DAB}">
      <dgm:prSet custT="1"/>
      <dgm:spPr>
        <a:solidFill>
          <a:prstClr val="white">
            <a:hueOff val="0"/>
            <a:satOff val="0"/>
            <a:lumOff val="0"/>
            <a:alphaOff val="0"/>
          </a:prstClr>
        </a:solidFill>
        <a:ln w="15875" cap="rnd" cmpd="sng" algn="ctr">
          <a:solidFill>
            <a:srgbClr val="F8FBFF"/>
          </a:solidFill>
          <a:prstDash val="solid"/>
        </a:ln>
        <a:effectLst/>
      </dgm:spPr>
      <dgm:t>
        <a:bodyPr spcFirstLastPara="0" vert="horz" wrap="square" lIns="353350" tIns="40640" rIns="40640" bIns="40640" numCol="1" spcCol="1270" anchor="ctr" anchorCtr="0"/>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Routing controls application flow using URLs.</a:t>
          </a:r>
        </a:p>
      </dgm:t>
    </dgm:pt>
    <dgm:pt modelId="{F37D0E87-E2B2-4DBE-838D-5899ED7EE901}" type="parTrans" cxnId="{E54AE886-0DE0-4B05-B89F-63B73CA5419F}">
      <dgm:prSet/>
      <dgm:spPr/>
      <dgm:t>
        <a:bodyPr/>
        <a:lstStyle/>
        <a:p>
          <a:endParaRPr lang="en-US"/>
        </a:p>
      </dgm:t>
    </dgm:pt>
    <dgm:pt modelId="{BD11B1EA-9F4D-4472-9315-248CE2F74426}" type="sibTrans" cxnId="{E54AE886-0DE0-4B05-B89F-63B73CA5419F}">
      <dgm:prSet phldrT="4" phldr="0"/>
      <dgm:spPr/>
    </dgm:pt>
    <dgm:pt modelId="{885523AE-85CD-4787-80FD-14449AD670E8}">
      <dgm:prSet custT="1"/>
      <dgm:spPr>
        <a:solidFill>
          <a:srgbClr val="42A5F5"/>
        </a:solidFill>
        <a:ln w="15875" cap="rnd" cmpd="sng" algn="ctr">
          <a:solidFill>
            <a:srgbClr val="42A5F5"/>
          </a:solidFill>
          <a:prstDash val="solid"/>
        </a:ln>
        <a:effectLst/>
      </dgm:spPr>
      <dgm:t>
        <a:bodyPr spcFirstLastPara="0" vert="horz" wrap="square" lIns="353350" tIns="40640" rIns="40640" bIns="40640" numCol="1" spcCol="1270" anchor="ctr" anchorCtr="0"/>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Handles errors using callback functions.</a:t>
          </a:r>
        </a:p>
      </dgm:t>
    </dgm:pt>
    <dgm:pt modelId="{9924ABA6-F212-488C-97D5-A7314BEBEA42}" type="parTrans" cxnId="{6E88A805-9B86-4003-969A-8CA83269EFA6}">
      <dgm:prSet/>
      <dgm:spPr/>
      <dgm:t>
        <a:bodyPr/>
        <a:lstStyle/>
        <a:p>
          <a:endParaRPr lang="en-US"/>
        </a:p>
      </dgm:t>
    </dgm:pt>
    <dgm:pt modelId="{AFB12039-83CF-4B69-8E4A-45944824DB69}" type="sibTrans" cxnId="{6E88A805-9B86-4003-969A-8CA83269EFA6}">
      <dgm:prSet phldrT="5" phldr="0"/>
      <dgm:spPr/>
    </dgm:pt>
    <dgm:pt modelId="{7E24F70B-778E-41E3-8C4B-54CB4878B33C}">
      <dgm:prSet custT="1"/>
      <dgm:spPr>
        <a:solidFill>
          <a:prstClr val="white">
            <a:hueOff val="0"/>
            <a:satOff val="0"/>
            <a:lumOff val="0"/>
            <a:alphaOff val="0"/>
          </a:prstClr>
        </a:solidFill>
        <a:ln w="15875" cap="rnd" cmpd="sng" algn="ctr">
          <a:solidFill>
            <a:srgbClr val="F8FBFF"/>
          </a:solidFill>
          <a:prstDash val="solid"/>
        </a:ln>
        <a:effectLst/>
      </dgm:spPr>
      <dgm:t>
        <a:bodyPr spcFirstLastPara="0" vert="horz" wrap="square" lIns="353350" tIns="40640" rIns="40640" bIns="40640" numCol="1" spcCol="1270" anchor="ctr" anchorCtr="0"/>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Easy to extend with new routes and features.</a:t>
          </a:r>
        </a:p>
      </dgm:t>
    </dgm:pt>
    <dgm:pt modelId="{A86BA44C-CFC4-4E75-BF47-66B0BA21E7C4}" type="parTrans" cxnId="{4D4E52C8-171E-4947-A467-A58AA51174EB}">
      <dgm:prSet/>
      <dgm:spPr/>
      <dgm:t>
        <a:bodyPr/>
        <a:lstStyle/>
        <a:p>
          <a:endParaRPr lang="en-US"/>
        </a:p>
      </dgm:t>
    </dgm:pt>
    <dgm:pt modelId="{F8479398-A465-47C7-B3DD-F96A23EE35BF}" type="sibTrans" cxnId="{4D4E52C8-171E-4947-A467-A58AA51174EB}">
      <dgm:prSet phldrT="6" phldr="0"/>
      <dgm:spPr/>
    </dgm:pt>
    <dgm:pt modelId="{AA6C2117-B323-4FCE-829C-ADB229809847}">
      <dgm:prSet custT="1"/>
      <dgm:spPr>
        <a:solidFill>
          <a:srgbClr val="42A5F5"/>
        </a:solidFill>
        <a:ln w="15875" cap="rnd" cmpd="sng" algn="ctr">
          <a:solidFill>
            <a:srgbClr val="42A5F5"/>
          </a:solidFill>
          <a:prstDash val="solid"/>
        </a:ln>
        <a:effectLst/>
      </dgm:spPr>
      <dgm:t>
        <a:bodyPr spcFirstLastPara="0" vert="horz" wrap="square" lIns="353350" tIns="40640" rIns="40640" bIns="40640" numCol="1" spcCol="1270" anchor="ctr" anchorCtr="0"/>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Demonstrates Node.js core concepts and asynchronous programming.</a:t>
          </a:r>
        </a:p>
      </dgm:t>
    </dgm:pt>
    <dgm:pt modelId="{1E476ACA-2B25-4877-A50C-EC4FA85AB6F8}" type="parTrans" cxnId="{7E378939-4E0F-48D4-906D-59AC4323D954}">
      <dgm:prSet/>
      <dgm:spPr/>
      <dgm:t>
        <a:bodyPr/>
        <a:lstStyle/>
        <a:p>
          <a:endParaRPr lang="en-US"/>
        </a:p>
      </dgm:t>
    </dgm:pt>
    <dgm:pt modelId="{F4DAB7A6-64BA-40C1-9F5B-EA3718843A70}" type="sibTrans" cxnId="{7E378939-4E0F-48D4-906D-59AC4323D954}">
      <dgm:prSet phldrT="7" phldr="0"/>
      <dgm:spPr/>
    </dgm:pt>
    <dgm:pt modelId="{3F9786A4-F0A0-4148-903B-FCD145125B86}">
      <dgm:prSet custT="1"/>
      <dgm:spPr/>
      <dgm:t>
        <a:bodyPr/>
        <a:lstStyle/>
        <a:p>
          <a:endParaRPr lang="en-US"/>
        </a:p>
      </dgm:t>
    </dgm:pt>
    <dgm:pt modelId="{A1F1C750-BD06-4A22-9ABC-E634F779A2DB}" type="parTrans" cxnId="{50742F7D-89B8-452E-99EB-17F5079C23E1}">
      <dgm:prSet/>
      <dgm:spPr/>
      <dgm:t>
        <a:bodyPr/>
        <a:lstStyle/>
        <a:p>
          <a:endParaRPr lang="en-US"/>
        </a:p>
      </dgm:t>
    </dgm:pt>
    <dgm:pt modelId="{E76DA744-431F-4F1C-8268-0CBD77988D25}" type="sibTrans" cxnId="{50742F7D-89B8-452E-99EB-17F5079C23E1}">
      <dgm:prSet phldrT="8" phldr="0"/>
      <dgm:spPr/>
    </dgm:pt>
    <dgm:pt modelId="{4AAC77E7-3E14-492D-99EF-12498C020CD8}" type="pres">
      <dgm:prSet presAssocID="{8AA20905-3954-474B-A606-562BCA026DC1}" presName="Name0" presStyleCnt="0">
        <dgm:presLayoutVars>
          <dgm:chMax val="7"/>
          <dgm:chPref val="7"/>
          <dgm:dir/>
        </dgm:presLayoutVars>
      </dgm:prSet>
      <dgm:spPr/>
    </dgm:pt>
    <dgm:pt modelId="{0C052F8C-800D-49D1-A623-8AE75DF9E81D}" type="pres">
      <dgm:prSet presAssocID="{8AA20905-3954-474B-A606-562BCA026DC1}" presName="Name1" presStyleCnt="0"/>
      <dgm:spPr/>
    </dgm:pt>
    <dgm:pt modelId="{07533DDE-372F-40F8-94AF-C8C153DAF299}" type="pres">
      <dgm:prSet presAssocID="{8AA20905-3954-474B-A606-562BCA026DC1}" presName="cycle" presStyleCnt="0"/>
      <dgm:spPr/>
    </dgm:pt>
    <dgm:pt modelId="{255209A4-6BEA-4A6F-B8DD-60D28D3740E2}" type="pres">
      <dgm:prSet presAssocID="{8AA20905-3954-474B-A606-562BCA026DC1}" presName="srcNode" presStyleLbl="node1" presStyleIdx="0" presStyleCnt="7"/>
      <dgm:spPr/>
    </dgm:pt>
    <dgm:pt modelId="{2F3A0CD2-9ABE-4972-89DC-678EF8478C8D}" type="pres">
      <dgm:prSet presAssocID="{8AA20905-3954-474B-A606-562BCA026DC1}" presName="conn" presStyleLbl="parChTrans1D2" presStyleIdx="0" presStyleCnt="1"/>
      <dgm:spPr/>
    </dgm:pt>
    <dgm:pt modelId="{7B4F3EBC-D0A0-474D-8CCE-E2344BDBE418}" type="pres">
      <dgm:prSet presAssocID="{8AA20905-3954-474B-A606-562BCA026DC1}" presName="extraNode" presStyleLbl="node1" presStyleIdx="0" presStyleCnt="7"/>
      <dgm:spPr/>
    </dgm:pt>
    <dgm:pt modelId="{3B4320A1-F924-4E3F-9AE5-B35E03BB43C5}" type="pres">
      <dgm:prSet presAssocID="{8AA20905-3954-474B-A606-562BCA026DC1}" presName="dstNode" presStyleLbl="node1" presStyleIdx="0" presStyleCnt="7"/>
      <dgm:spPr/>
    </dgm:pt>
    <dgm:pt modelId="{EB256170-A906-4C25-84ED-F4ED75C484EF}" type="pres">
      <dgm:prSet presAssocID="{B4EE83AE-5D28-4A43-96B2-717741D611D6}" presName="text_1" presStyleLbl="node1" presStyleIdx="0" presStyleCnt="7">
        <dgm:presLayoutVars>
          <dgm:bulletEnabled val="1"/>
        </dgm:presLayoutVars>
      </dgm:prSet>
      <dgm:spPr>
        <a:xfrm>
          <a:off x="343621" y="222680"/>
          <a:ext cx="11291571" cy="445165"/>
        </a:xfrm>
        <a:prstGeom prst="rect">
          <a:avLst/>
        </a:prstGeom>
      </dgm:spPr>
    </dgm:pt>
    <dgm:pt modelId="{64F5F8A8-50DE-4FBB-9663-FCADE2A31925}" type="pres">
      <dgm:prSet presAssocID="{B4EE83AE-5D28-4A43-96B2-717741D611D6}" presName="accent_1" presStyleCnt="0"/>
      <dgm:spPr/>
    </dgm:pt>
    <dgm:pt modelId="{3B208F1B-4FF9-42BE-8132-1EA571507EB8}" type="pres">
      <dgm:prSet presAssocID="{B4EE83AE-5D28-4A43-96B2-717741D611D6}" presName="accentRepeatNode" presStyleLbl="solidFgAcc1" presStyleIdx="0" presStyleCnt="7"/>
      <dgm:spPr>
        <a:ln>
          <a:solidFill>
            <a:srgbClr val="F8FBFF"/>
          </a:solidFill>
        </a:ln>
      </dgm:spPr>
    </dgm:pt>
    <dgm:pt modelId="{FD135242-5A9D-43A2-B34F-F7EB2CF7C156}" type="pres">
      <dgm:prSet presAssocID="{1C3CDB74-6784-483D-BCD3-E12AC8CD4D10}" presName="text_2" presStyleLbl="node1" presStyleIdx="1" presStyleCnt="7">
        <dgm:presLayoutVars>
          <dgm:bulletEnabled val="1"/>
        </dgm:presLayoutVars>
      </dgm:prSet>
      <dgm:spPr>
        <a:xfrm>
          <a:off x="746759" y="890821"/>
          <a:ext cx="10888434" cy="445165"/>
        </a:xfrm>
        <a:prstGeom prst="rect">
          <a:avLst/>
        </a:prstGeom>
      </dgm:spPr>
    </dgm:pt>
    <dgm:pt modelId="{85091283-67FF-44D4-B376-968DBF117CA0}" type="pres">
      <dgm:prSet presAssocID="{1C3CDB74-6784-483D-BCD3-E12AC8CD4D10}" presName="accent_2" presStyleCnt="0"/>
      <dgm:spPr/>
    </dgm:pt>
    <dgm:pt modelId="{86E03AB6-D3AB-4ED2-B7F7-CDC5BD45E40F}" type="pres">
      <dgm:prSet presAssocID="{1C3CDB74-6784-483D-BCD3-E12AC8CD4D10}" presName="accentRepeatNode" presStyleLbl="solidFgAcc1" presStyleIdx="1" presStyleCnt="7"/>
      <dgm:spPr>
        <a:ln>
          <a:solidFill>
            <a:srgbClr val="42A5F5"/>
          </a:solidFill>
        </a:ln>
      </dgm:spPr>
    </dgm:pt>
    <dgm:pt modelId="{15994476-23AC-4083-B7F4-E006269D1664}" type="pres">
      <dgm:prSet presAssocID="{3E12C986-B89B-459A-83F0-1ADB9C2295FC}" presName="text_3" presStyleLbl="node1" presStyleIdx="2" presStyleCnt="7">
        <dgm:presLayoutVars>
          <dgm:bulletEnabled val="1"/>
        </dgm:presLayoutVars>
      </dgm:prSet>
      <dgm:spPr>
        <a:xfrm>
          <a:off x="967676" y="1558471"/>
          <a:ext cx="10667516" cy="445165"/>
        </a:xfrm>
        <a:prstGeom prst="rect">
          <a:avLst/>
        </a:prstGeom>
      </dgm:spPr>
    </dgm:pt>
    <dgm:pt modelId="{422DAC5B-B34F-4232-994E-62FEBAF516EF}" type="pres">
      <dgm:prSet presAssocID="{3E12C986-B89B-459A-83F0-1ADB9C2295FC}" presName="accent_3" presStyleCnt="0"/>
      <dgm:spPr/>
    </dgm:pt>
    <dgm:pt modelId="{6C39FA22-804F-41F6-A3C9-5D014B9AA598}" type="pres">
      <dgm:prSet presAssocID="{3E12C986-B89B-459A-83F0-1ADB9C2295FC}" presName="accentRepeatNode" presStyleLbl="solidFgAcc1" presStyleIdx="2" presStyleCnt="7"/>
      <dgm:spPr>
        <a:ln>
          <a:solidFill>
            <a:srgbClr val="F8FBFF"/>
          </a:solidFill>
        </a:ln>
      </dgm:spPr>
    </dgm:pt>
    <dgm:pt modelId="{BDDA1928-E2F6-403A-B879-DC7B3A18176B}" type="pres">
      <dgm:prSet presAssocID="{D87BAD8F-1933-4A33-9640-9D8FF5944DAB}" presName="text_4" presStyleLbl="node1" presStyleIdx="3" presStyleCnt="7">
        <dgm:presLayoutVars>
          <dgm:bulletEnabled val="1"/>
        </dgm:presLayoutVars>
      </dgm:prSet>
      <dgm:spPr>
        <a:xfrm>
          <a:off x="1038213" y="2226611"/>
          <a:ext cx="10596979" cy="445165"/>
        </a:xfrm>
        <a:prstGeom prst="rect">
          <a:avLst/>
        </a:prstGeom>
      </dgm:spPr>
    </dgm:pt>
    <dgm:pt modelId="{DC7BF889-DE3F-4010-B5BA-5F9002BAA430}" type="pres">
      <dgm:prSet presAssocID="{D87BAD8F-1933-4A33-9640-9D8FF5944DAB}" presName="accent_4" presStyleCnt="0"/>
      <dgm:spPr/>
    </dgm:pt>
    <dgm:pt modelId="{EC41F66E-B1D6-49A0-8CEE-0DA1D83D3168}" type="pres">
      <dgm:prSet presAssocID="{D87BAD8F-1933-4A33-9640-9D8FF5944DAB}" presName="accentRepeatNode" presStyleLbl="solidFgAcc1" presStyleIdx="3" presStyleCnt="7"/>
      <dgm:spPr>
        <a:ln>
          <a:solidFill>
            <a:srgbClr val="42A5F5"/>
          </a:solidFill>
        </a:ln>
      </dgm:spPr>
    </dgm:pt>
    <dgm:pt modelId="{8FD0994E-F258-481C-8710-8313556E37B5}" type="pres">
      <dgm:prSet presAssocID="{885523AE-85CD-4787-80FD-14449AD670E8}" presName="text_5" presStyleLbl="node1" presStyleIdx="4" presStyleCnt="7">
        <dgm:presLayoutVars>
          <dgm:bulletEnabled val="1"/>
        </dgm:presLayoutVars>
      </dgm:prSet>
      <dgm:spPr>
        <a:xfrm>
          <a:off x="967676" y="2894751"/>
          <a:ext cx="10667516" cy="445165"/>
        </a:xfrm>
        <a:prstGeom prst="rect">
          <a:avLst/>
        </a:prstGeom>
      </dgm:spPr>
    </dgm:pt>
    <dgm:pt modelId="{B9600F34-94AD-4DFE-95E6-3FF1028479D0}" type="pres">
      <dgm:prSet presAssocID="{885523AE-85CD-4787-80FD-14449AD670E8}" presName="accent_5" presStyleCnt="0"/>
      <dgm:spPr/>
    </dgm:pt>
    <dgm:pt modelId="{387A6643-78E4-4076-B08A-0AC0824B65FE}" type="pres">
      <dgm:prSet presAssocID="{885523AE-85CD-4787-80FD-14449AD670E8}" presName="accentRepeatNode" presStyleLbl="solidFgAcc1" presStyleIdx="4" presStyleCnt="7"/>
      <dgm:spPr>
        <a:ln>
          <a:solidFill>
            <a:srgbClr val="F8FBFF"/>
          </a:solidFill>
        </a:ln>
      </dgm:spPr>
    </dgm:pt>
    <dgm:pt modelId="{D0112799-C403-44FC-8746-0BE9EA86F14B}" type="pres">
      <dgm:prSet presAssocID="{7E24F70B-778E-41E3-8C4B-54CB4878B33C}" presName="text_6" presStyleLbl="node1" presStyleIdx="5" presStyleCnt="7">
        <dgm:presLayoutVars>
          <dgm:bulletEnabled val="1"/>
        </dgm:presLayoutVars>
      </dgm:prSet>
      <dgm:spPr>
        <a:xfrm>
          <a:off x="746759" y="3562402"/>
          <a:ext cx="10888434" cy="445165"/>
        </a:xfrm>
        <a:prstGeom prst="rect">
          <a:avLst/>
        </a:prstGeom>
      </dgm:spPr>
    </dgm:pt>
    <dgm:pt modelId="{B41557EB-6F3B-4170-93BB-7FBE668FA17E}" type="pres">
      <dgm:prSet presAssocID="{7E24F70B-778E-41E3-8C4B-54CB4878B33C}" presName="accent_6" presStyleCnt="0"/>
      <dgm:spPr/>
    </dgm:pt>
    <dgm:pt modelId="{14EE4812-E77A-41C4-A58E-AF37B1A9D9FA}" type="pres">
      <dgm:prSet presAssocID="{7E24F70B-778E-41E3-8C4B-54CB4878B33C}" presName="accentRepeatNode" presStyleLbl="solidFgAcc1" presStyleIdx="5" presStyleCnt="7"/>
      <dgm:spPr>
        <a:ln>
          <a:solidFill>
            <a:srgbClr val="42A5F5"/>
          </a:solidFill>
        </a:ln>
      </dgm:spPr>
    </dgm:pt>
    <dgm:pt modelId="{EA310A98-7D19-402D-A745-BAC7FFD28A6F}" type="pres">
      <dgm:prSet presAssocID="{AA6C2117-B323-4FCE-829C-ADB229809847}" presName="text_7" presStyleLbl="node1" presStyleIdx="6" presStyleCnt="7">
        <dgm:presLayoutVars>
          <dgm:bulletEnabled val="1"/>
        </dgm:presLayoutVars>
      </dgm:prSet>
      <dgm:spPr>
        <a:xfrm>
          <a:off x="343621" y="4230542"/>
          <a:ext cx="11291571" cy="445165"/>
        </a:xfrm>
        <a:prstGeom prst="rect">
          <a:avLst/>
        </a:prstGeom>
      </dgm:spPr>
    </dgm:pt>
    <dgm:pt modelId="{821EA8C0-829F-475B-B362-22F020E6EE61}" type="pres">
      <dgm:prSet presAssocID="{AA6C2117-B323-4FCE-829C-ADB229809847}" presName="accent_7" presStyleCnt="0"/>
      <dgm:spPr/>
    </dgm:pt>
    <dgm:pt modelId="{E4D3E327-0747-4A54-9167-96DBBFC7F81D}" type="pres">
      <dgm:prSet presAssocID="{AA6C2117-B323-4FCE-829C-ADB229809847}" presName="accentRepeatNode" presStyleLbl="solidFgAcc1" presStyleIdx="6" presStyleCnt="7"/>
      <dgm:spPr>
        <a:ln>
          <a:solidFill>
            <a:srgbClr val="F8FBFF"/>
          </a:solidFill>
        </a:ln>
      </dgm:spPr>
    </dgm:pt>
  </dgm:ptLst>
  <dgm:cxnLst>
    <dgm:cxn modelId="{6E88A805-9B86-4003-969A-8CA83269EFA6}" srcId="{8AA20905-3954-474B-A606-562BCA026DC1}" destId="{885523AE-85CD-4787-80FD-14449AD670E8}" srcOrd="4" destOrd="0" parTransId="{9924ABA6-F212-488C-97D5-A7314BEBEA42}" sibTransId="{AFB12039-83CF-4B69-8E4A-45944824DB69}"/>
    <dgm:cxn modelId="{29BF5F08-0589-4715-A0C4-304F28D40A1E}" srcId="{8AA20905-3954-474B-A606-562BCA026DC1}" destId="{B4EE83AE-5D28-4A43-96B2-717741D611D6}" srcOrd="0" destOrd="0" parTransId="{B7BFEA67-2BD0-40DD-BA44-65493DD00EE9}" sibTransId="{3869DABC-DDD3-46A9-8861-538A0C47D50C}"/>
    <dgm:cxn modelId="{41D1590A-6982-49F1-BD2B-ADB70CB0435F}" type="presOf" srcId="{D87BAD8F-1933-4A33-9640-9D8FF5944DAB}" destId="{BDDA1928-E2F6-403A-B879-DC7B3A18176B}" srcOrd="0" destOrd="0" presId="urn:microsoft.com/office/officeart/2008/layout/VerticalCurvedList"/>
    <dgm:cxn modelId="{45261C2A-556F-4E04-B14F-93B4B4A99E36}" type="presOf" srcId="{AA6C2117-B323-4FCE-829C-ADB229809847}" destId="{EA310A98-7D19-402D-A745-BAC7FFD28A6F}" srcOrd="0" destOrd="0" presId="urn:microsoft.com/office/officeart/2008/layout/VerticalCurvedList"/>
    <dgm:cxn modelId="{90BE8D2D-4C53-4109-B1AD-D34014E3592C}" type="presOf" srcId="{885523AE-85CD-4787-80FD-14449AD670E8}" destId="{8FD0994E-F258-481C-8710-8313556E37B5}" srcOrd="0" destOrd="0" presId="urn:microsoft.com/office/officeart/2008/layout/VerticalCurvedList"/>
    <dgm:cxn modelId="{7E378939-4E0F-48D4-906D-59AC4323D954}" srcId="{8AA20905-3954-474B-A606-562BCA026DC1}" destId="{AA6C2117-B323-4FCE-829C-ADB229809847}" srcOrd="6" destOrd="0" parTransId="{1E476ACA-2B25-4877-A50C-EC4FA85AB6F8}" sibTransId="{F4DAB7A6-64BA-40C1-9F5B-EA3718843A70}"/>
    <dgm:cxn modelId="{CF29A86B-B1C0-4CE7-80DF-19D3A5E90A43}" type="presOf" srcId="{7E24F70B-778E-41E3-8C4B-54CB4878B33C}" destId="{D0112799-C403-44FC-8746-0BE9EA86F14B}" srcOrd="0" destOrd="0" presId="urn:microsoft.com/office/officeart/2008/layout/VerticalCurvedList"/>
    <dgm:cxn modelId="{6ABA8C4D-4B8A-413D-9C61-0649CBEDC978}" type="presOf" srcId="{3869DABC-DDD3-46A9-8861-538A0C47D50C}" destId="{2F3A0CD2-9ABE-4972-89DC-678EF8478C8D}" srcOrd="0" destOrd="0" presId="urn:microsoft.com/office/officeart/2008/layout/VerticalCurvedList"/>
    <dgm:cxn modelId="{5E2D4373-80E9-4249-9188-7B2796789688}" type="presOf" srcId="{1C3CDB74-6784-483D-BCD3-E12AC8CD4D10}" destId="{FD135242-5A9D-43A2-B34F-F7EB2CF7C156}" srcOrd="0" destOrd="0" presId="urn:microsoft.com/office/officeart/2008/layout/VerticalCurvedList"/>
    <dgm:cxn modelId="{539C0A74-88E3-4F86-9A57-AB9369D13BFB}" srcId="{8AA20905-3954-474B-A606-562BCA026DC1}" destId="{1C3CDB74-6784-483D-BCD3-E12AC8CD4D10}" srcOrd="1" destOrd="0" parTransId="{6F2B41B0-6611-4B96-9CBF-9EDE5CE2E45E}" sibTransId="{5796B33E-A787-4BF4-A2D4-FF3F90C0545F}"/>
    <dgm:cxn modelId="{2A03A17C-DC42-4F84-B653-42CDB011246C}" type="presOf" srcId="{B4EE83AE-5D28-4A43-96B2-717741D611D6}" destId="{EB256170-A906-4C25-84ED-F4ED75C484EF}" srcOrd="0" destOrd="0" presId="urn:microsoft.com/office/officeart/2008/layout/VerticalCurvedList"/>
    <dgm:cxn modelId="{50742F7D-89B8-452E-99EB-17F5079C23E1}" srcId="{8AA20905-3954-474B-A606-562BCA026DC1}" destId="{3F9786A4-F0A0-4148-903B-FCD145125B86}" srcOrd="7" destOrd="0" parTransId="{A1F1C750-BD06-4A22-9ABC-E634F779A2DB}" sibTransId="{E76DA744-431F-4F1C-8268-0CBD77988D25}"/>
    <dgm:cxn modelId="{E54AE886-0DE0-4B05-B89F-63B73CA5419F}" srcId="{8AA20905-3954-474B-A606-562BCA026DC1}" destId="{D87BAD8F-1933-4A33-9640-9D8FF5944DAB}" srcOrd="3" destOrd="0" parTransId="{F37D0E87-E2B2-4DBE-838D-5899ED7EE901}" sibTransId="{BD11B1EA-9F4D-4472-9315-248CE2F74426}"/>
    <dgm:cxn modelId="{9436F8A2-9EEB-48D9-9EA4-6D3B6811EA0A}" type="presOf" srcId="{8AA20905-3954-474B-A606-562BCA026DC1}" destId="{4AAC77E7-3E14-492D-99EF-12498C020CD8}" srcOrd="0" destOrd="0" presId="urn:microsoft.com/office/officeart/2008/layout/VerticalCurvedList"/>
    <dgm:cxn modelId="{94CAE1BB-0757-4DC8-8B57-590AA3794A22}" type="presOf" srcId="{3E12C986-B89B-459A-83F0-1ADB9C2295FC}" destId="{15994476-23AC-4083-B7F4-E006269D1664}" srcOrd="0" destOrd="0" presId="urn:microsoft.com/office/officeart/2008/layout/VerticalCurvedList"/>
    <dgm:cxn modelId="{4D4E52C8-171E-4947-A467-A58AA51174EB}" srcId="{8AA20905-3954-474B-A606-562BCA026DC1}" destId="{7E24F70B-778E-41E3-8C4B-54CB4878B33C}" srcOrd="5" destOrd="0" parTransId="{A86BA44C-CFC4-4E75-BF47-66B0BA21E7C4}" sibTransId="{F8479398-A465-47C7-B3DD-F96A23EE35BF}"/>
    <dgm:cxn modelId="{50DACAC8-3043-4AF5-8F23-2F24BF5397C2}" srcId="{8AA20905-3954-474B-A606-562BCA026DC1}" destId="{3E12C986-B89B-459A-83F0-1ADB9C2295FC}" srcOrd="2" destOrd="0" parTransId="{3DADDBCA-4B72-4628-B9E7-C5AB9F100E95}" sibTransId="{1E811657-8041-4552-867E-9F0C4E281D89}"/>
    <dgm:cxn modelId="{35B417B1-C26B-4F21-A956-AF5F67D67A59}" type="presParOf" srcId="{4AAC77E7-3E14-492D-99EF-12498C020CD8}" destId="{0C052F8C-800D-49D1-A623-8AE75DF9E81D}" srcOrd="0" destOrd="0" presId="urn:microsoft.com/office/officeart/2008/layout/VerticalCurvedList"/>
    <dgm:cxn modelId="{B1AACF96-F83E-4BBB-AEBA-160217E8C291}" type="presParOf" srcId="{0C052F8C-800D-49D1-A623-8AE75DF9E81D}" destId="{07533DDE-372F-40F8-94AF-C8C153DAF299}" srcOrd="0" destOrd="0" presId="urn:microsoft.com/office/officeart/2008/layout/VerticalCurvedList"/>
    <dgm:cxn modelId="{C9575B3A-D7C7-434E-9E8C-670BC89A7F61}" type="presParOf" srcId="{07533DDE-372F-40F8-94AF-C8C153DAF299}" destId="{255209A4-6BEA-4A6F-B8DD-60D28D3740E2}" srcOrd="0" destOrd="0" presId="urn:microsoft.com/office/officeart/2008/layout/VerticalCurvedList"/>
    <dgm:cxn modelId="{2DB698B0-2EFD-42B6-B304-79647E6C8ADB}" type="presParOf" srcId="{07533DDE-372F-40F8-94AF-C8C153DAF299}" destId="{2F3A0CD2-9ABE-4972-89DC-678EF8478C8D}" srcOrd="1" destOrd="0" presId="urn:microsoft.com/office/officeart/2008/layout/VerticalCurvedList"/>
    <dgm:cxn modelId="{79FE9C83-9CD9-4E58-8A90-AC8EC719AC78}" type="presParOf" srcId="{07533DDE-372F-40F8-94AF-C8C153DAF299}" destId="{7B4F3EBC-D0A0-474D-8CCE-E2344BDBE418}" srcOrd="2" destOrd="0" presId="urn:microsoft.com/office/officeart/2008/layout/VerticalCurvedList"/>
    <dgm:cxn modelId="{2261C24B-A6E2-4F28-817F-303F1301058C}" type="presParOf" srcId="{07533DDE-372F-40F8-94AF-C8C153DAF299}" destId="{3B4320A1-F924-4E3F-9AE5-B35E03BB43C5}" srcOrd="3" destOrd="0" presId="urn:microsoft.com/office/officeart/2008/layout/VerticalCurvedList"/>
    <dgm:cxn modelId="{13A1F031-E24A-4A99-8D5B-B76E978E4EC8}" type="presParOf" srcId="{0C052F8C-800D-49D1-A623-8AE75DF9E81D}" destId="{EB256170-A906-4C25-84ED-F4ED75C484EF}" srcOrd="1" destOrd="0" presId="urn:microsoft.com/office/officeart/2008/layout/VerticalCurvedList"/>
    <dgm:cxn modelId="{FD21DF61-C39C-4A40-A6A5-6EB183418638}" type="presParOf" srcId="{0C052F8C-800D-49D1-A623-8AE75DF9E81D}" destId="{64F5F8A8-50DE-4FBB-9663-FCADE2A31925}" srcOrd="2" destOrd="0" presId="urn:microsoft.com/office/officeart/2008/layout/VerticalCurvedList"/>
    <dgm:cxn modelId="{E017602A-B19F-49EF-9C34-215492C658A9}" type="presParOf" srcId="{64F5F8A8-50DE-4FBB-9663-FCADE2A31925}" destId="{3B208F1B-4FF9-42BE-8132-1EA571507EB8}" srcOrd="0" destOrd="0" presId="urn:microsoft.com/office/officeart/2008/layout/VerticalCurvedList"/>
    <dgm:cxn modelId="{FDFC1999-352E-4351-9A03-67A48403C292}" type="presParOf" srcId="{0C052F8C-800D-49D1-A623-8AE75DF9E81D}" destId="{FD135242-5A9D-43A2-B34F-F7EB2CF7C156}" srcOrd="3" destOrd="0" presId="urn:microsoft.com/office/officeart/2008/layout/VerticalCurvedList"/>
    <dgm:cxn modelId="{0756E446-45D0-4B45-ABD2-2FC5DFECB344}" type="presParOf" srcId="{0C052F8C-800D-49D1-A623-8AE75DF9E81D}" destId="{85091283-67FF-44D4-B376-968DBF117CA0}" srcOrd="4" destOrd="0" presId="urn:microsoft.com/office/officeart/2008/layout/VerticalCurvedList"/>
    <dgm:cxn modelId="{A86780D8-2885-41D4-A92D-40AE80424B79}" type="presParOf" srcId="{85091283-67FF-44D4-B376-968DBF117CA0}" destId="{86E03AB6-D3AB-4ED2-B7F7-CDC5BD45E40F}" srcOrd="0" destOrd="0" presId="urn:microsoft.com/office/officeart/2008/layout/VerticalCurvedList"/>
    <dgm:cxn modelId="{48573E1C-8C3B-4104-B6E2-2B9D6093B680}" type="presParOf" srcId="{0C052F8C-800D-49D1-A623-8AE75DF9E81D}" destId="{15994476-23AC-4083-B7F4-E006269D1664}" srcOrd="5" destOrd="0" presId="urn:microsoft.com/office/officeart/2008/layout/VerticalCurvedList"/>
    <dgm:cxn modelId="{68BAB9F6-5B89-475C-80EC-187BD427D734}" type="presParOf" srcId="{0C052F8C-800D-49D1-A623-8AE75DF9E81D}" destId="{422DAC5B-B34F-4232-994E-62FEBAF516EF}" srcOrd="6" destOrd="0" presId="urn:microsoft.com/office/officeart/2008/layout/VerticalCurvedList"/>
    <dgm:cxn modelId="{785F1517-844F-41B6-9FDF-A9881D15EEEF}" type="presParOf" srcId="{422DAC5B-B34F-4232-994E-62FEBAF516EF}" destId="{6C39FA22-804F-41F6-A3C9-5D014B9AA598}" srcOrd="0" destOrd="0" presId="urn:microsoft.com/office/officeart/2008/layout/VerticalCurvedList"/>
    <dgm:cxn modelId="{5D06FDC0-357F-4243-822A-F4D61DB9FB87}" type="presParOf" srcId="{0C052F8C-800D-49D1-A623-8AE75DF9E81D}" destId="{BDDA1928-E2F6-403A-B879-DC7B3A18176B}" srcOrd="7" destOrd="0" presId="urn:microsoft.com/office/officeart/2008/layout/VerticalCurvedList"/>
    <dgm:cxn modelId="{5B5B4447-02D7-4B92-8AA0-F22AB129A458}" type="presParOf" srcId="{0C052F8C-800D-49D1-A623-8AE75DF9E81D}" destId="{DC7BF889-DE3F-4010-B5BA-5F9002BAA430}" srcOrd="8" destOrd="0" presId="urn:microsoft.com/office/officeart/2008/layout/VerticalCurvedList"/>
    <dgm:cxn modelId="{1DF759D7-DCC4-413F-8A93-8FF28A77CC5E}" type="presParOf" srcId="{DC7BF889-DE3F-4010-B5BA-5F9002BAA430}" destId="{EC41F66E-B1D6-49A0-8CEE-0DA1D83D3168}" srcOrd="0" destOrd="0" presId="urn:microsoft.com/office/officeart/2008/layout/VerticalCurvedList"/>
    <dgm:cxn modelId="{DF1D5071-FF72-4E9C-9736-68A70D83267E}" type="presParOf" srcId="{0C052F8C-800D-49D1-A623-8AE75DF9E81D}" destId="{8FD0994E-F258-481C-8710-8313556E37B5}" srcOrd="9" destOrd="0" presId="urn:microsoft.com/office/officeart/2008/layout/VerticalCurvedList"/>
    <dgm:cxn modelId="{BE32BC6E-8227-4EDA-9F2A-314992080654}" type="presParOf" srcId="{0C052F8C-800D-49D1-A623-8AE75DF9E81D}" destId="{B9600F34-94AD-4DFE-95E6-3FF1028479D0}" srcOrd="10" destOrd="0" presId="urn:microsoft.com/office/officeart/2008/layout/VerticalCurvedList"/>
    <dgm:cxn modelId="{64F93D09-E9D4-4E4D-9839-EF51AEEA6D5E}" type="presParOf" srcId="{B9600F34-94AD-4DFE-95E6-3FF1028479D0}" destId="{387A6643-78E4-4076-B08A-0AC0824B65FE}" srcOrd="0" destOrd="0" presId="urn:microsoft.com/office/officeart/2008/layout/VerticalCurvedList"/>
    <dgm:cxn modelId="{DF8485CB-7C6E-497A-8D44-D56E72531753}" type="presParOf" srcId="{0C052F8C-800D-49D1-A623-8AE75DF9E81D}" destId="{D0112799-C403-44FC-8746-0BE9EA86F14B}" srcOrd="11" destOrd="0" presId="urn:microsoft.com/office/officeart/2008/layout/VerticalCurvedList"/>
    <dgm:cxn modelId="{5D7720B5-6C1B-4301-8CC5-72136368E68D}" type="presParOf" srcId="{0C052F8C-800D-49D1-A623-8AE75DF9E81D}" destId="{B41557EB-6F3B-4170-93BB-7FBE668FA17E}" srcOrd="12" destOrd="0" presId="urn:microsoft.com/office/officeart/2008/layout/VerticalCurvedList"/>
    <dgm:cxn modelId="{8532D031-A86F-4FC5-A2D7-622324F7F56B}" type="presParOf" srcId="{B41557EB-6F3B-4170-93BB-7FBE668FA17E}" destId="{14EE4812-E77A-41C4-A58E-AF37B1A9D9FA}" srcOrd="0" destOrd="0" presId="urn:microsoft.com/office/officeart/2008/layout/VerticalCurvedList"/>
    <dgm:cxn modelId="{438114D4-D9FA-4A0F-9948-182C044A6361}" type="presParOf" srcId="{0C052F8C-800D-49D1-A623-8AE75DF9E81D}" destId="{EA310A98-7D19-402D-A745-BAC7FFD28A6F}" srcOrd="13" destOrd="0" presId="urn:microsoft.com/office/officeart/2008/layout/VerticalCurvedList"/>
    <dgm:cxn modelId="{B462EEC4-33A8-4F54-82DB-C4B2016BDF21}" type="presParOf" srcId="{0C052F8C-800D-49D1-A623-8AE75DF9E81D}" destId="{821EA8C0-829F-475B-B362-22F020E6EE61}" srcOrd="14" destOrd="0" presId="urn:microsoft.com/office/officeart/2008/layout/VerticalCurvedList"/>
    <dgm:cxn modelId="{81053812-AB8B-4271-8648-D0F22D8D4F9C}" type="presParOf" srcId="{821EA8C0-829F-475B-B362-22F020E6EE61}" destId="{E4D3E327-0747-4A54-9167-96DBBFC7F81D}"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AA20905-3954-474B-A606-562BCA026DC1}" type="doc">
      <dgm:prSet loTypeId="urn:microsoft.com/office/officeart/2005/8/layout/process4" loCatId="list" qsTypeId="urn:microsoft.com/office/officeart/2005/8/quickstyle/simple1" qsCatId="simple" csTypeId="urn:microsoft.com/office/officeart/2005/8/colors/colorful1" csCatId="colorful" phldr="1"/>
      <dgm:spPr/>
      <dgm:t>
        <a:bodyPr/>
        <a:lstStyle/>
        <a:p>
          <a:endParaRPr lang="en-US"/>
        </a:p>
      </dgm:t>
    </dgm:pt>
    <dgm:pt modelId="{B4EE83AE-5D28-4A43-96B2-717741D611D6}">
      <dgm:prSet custT="1"/>
      <dgm:spPr>
        <a:solidFill>
          <a:srgbClr val="42A5F5"/>
        </a:solidFill>
        <a:ln w="15875" cap="rnd" cmpd="sng" algn="ctr">
          <a:solidFill>
            <a:srgbClr val="42A5F5"/>
          </a:solidFill>
          <a:prstDash val="solid"/>
        </a:ln>
        <a:effectLst/>
      </dgm:spPr>
      <dgm:t>
        <a:bodyPr anchor="ctr"/>
        <a:lstStyle/>
        <a:p>
          <a:pPr algn="l"/>
          <a:r>
            <a:rPr lang="en-US" sz="1600" b="1" kern="1200" dirty="0">
              <a:solidFill>
                <a:srgbClr val="212121"/>
              </a:solidFill>
              <a:latin typeface="Goudy Old Style"/>
              <a:ea typeface="+mn-ea"/>
              <a:cs typeface="+mn-cs"/>
            </a:rPr>
            <a:t>     Q . Why didn't we use the fs module?</a:t>
          </a:r>
        </a:p>
      </dgm:t>
    </dgm:pt>
    <dgm:pt modelId="{B7BFEA67-2BD0-40DD-BA44-65493DD00EE9}" type="parTrans" cxnId="{29BF5F08-0589-4715-A0C4-304F28D40A1E}">
      <dgm:prSet/>
      <dgm:spPr/>
      <dgm:t>
        <a:bodyPr/>
        <a:lstStyle/>
        <a:p>
          <a:endParaRPr lang="en-US"/>
        </a:p>
      </dgm:t>
    </dgm:pt>
    <dgm:pt modelId="{3869DABC-DDD3-46A9-8861-538A0C47D50C}" type="sibTrans" cxnId="{29BF5F08-0589-4715-A0C4-304F28D40A1E}">
      <dgm:prSet phldrT="1" phldr="0"/>
      <dgm:spPr/>
      <dgm:t>
        <a:bodyPr/>
        <a:lstStyle/>
        <a:p>
          <a:endParaRPr lang="en-US"/>
        </a:p>
      </dgm:t>
    </dgm:pt>
    <dgm:pt modelId="{1C3CDB74-6784-483D-BCD3-E12AC8CD4D10}">
      <dgm:prSet custT="1"/>
      <dgm:spPr>
        <a:solidFill>
          <a:prstClr val="white">
            <a:hueOff val="0"/>
            <a:satOff val="0"/>
            <a:lumOff val="0"/>
            <a:alphaOff val="0"/>
          </a:prstClr>
        </a:solidFill>
        <a:ln w="15875" cap="rnd" cmpd="sng" algn="ctr">
          <a:solidFill>
            <a:schemeClr val="tx1"/>
          </a:solidFill>
          <a:prstDash val="solid"/>
        </a:ln>
        <a:effectLst/>
      </dgm:spPr>
      <dgm:t>
        <a:bodyPr spcFirstLastPara="0" vert="horz" wrap="square" lIns="353350" tIns="40640" rIns="40640" bIns="40640" numCol="1" spcCol="1270" anchor="ctr" anchorCtr="0"/>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Ans. I didn't use the </a:t>
          </a:r>
          <a:r>
            <a:rPr lang="en-US" sz="1600" b="1" kern="1200" dirty="0" err="1">
              <a:solidFill>
                <a:srgbClr val="212121"/>
              </a:solidFill>
              <a:latin typeface="Goudy Old Style"/>
              <a:ea typeface="+mn-ea"/>
              <a:cs typeface="+mn-cs"/>
            </a:rPr>
            <a:t>fs.readFile</a:t>
          </a:r>
          <a:r>
            <a:rPr lang="en-US" sz="1600" b="1" kern="1200" dirty="0">
              <a:solidFill>
                <a:srgbClr val="212121"/>
              </a:solidFill>
              <a:latin typeface="Goudy Old Style"/>
              <a:ea typeface="+mn-ea"/>
              <a:cs typeface="+mn-cs"/>
            </a:rPr>
            <a:t>() and </a:t>
          </a:r>
          <a:r>
            <a:rPr lang="en-US" sz="1600" b="1" kern="1200" dirty="0" err="1">
              <a:solidFill>
                <a:srgbClr val="212121"/>
              </a:solidFill>
              <a:latin typeface="Goudy Old Style"/>
              <a:ea typeface="+mn-ea"/>
              <a:cs typeface="+mn-cs"/>
            </a:rPr>
            <a:t>fs.writeFile</a:t>
          </a:r>
          <a:r>
            <a:rPr lang="en-US" sz="1600" b="1" kern="1200" dirty="0">
              <a:solidFill>
                <a:srgbClr val="212121"/>
              </a:solidFill>
              <a:latin typeface="Goudy Old Style"/>
              <a:ea typeface="+mn-ea"/>
              <a:cs typeface="+mn-cs"/>
            </a:rPr>
            <a:t>() methods because my project uses MongoDB as the database. Those methods are typically used to read from and write to files, such as JSON or text files. Since my data is stored in MongoDB, I use Mongoose methods like save(), find(), update(), and delete() instead.</a:t>
          </a:r>
        </a:p>
      </dgm:t>
    </dgm:pt>
    <dgm:pt modelId="{6F2B41B0-6611-4B96-9CBF-9EDE5CE2E45E}" type="parTrans" cxnId="{D141B7BC-2F4A-4772-B1B8-81173FD6B4D7}">
      <dgm:prSet/>
      <dgm:spPr/>
      <dgm:t>
        <a:bodyPr/>
        <a:lstStyle/>
        <a:p>
          <a:endParaRPr lang="en-US"/>
        </a:p>
      </dgm:t>
    </dgm:pt>
    <dgm:pt modelId="{5796B33E-A787-4BF4-A2D4-FF3F90C0545F}" type="sibTrans" cxnId="{D141B7BC-2F4A-4772-B1B8-81173FD6B4D7}">
      <dgm:prSet phldrT="2" phldr="0"/>
      <dgm:spPr/>
      <dgm:t>
        <a:bodyPr/>
        <a:lstStyle/>
        <a:p>
          <a:endParaRPr lang="en-US"/>
        </a:p>
      </dgm:t>
    </dgm:pt>
    <dgm:pt modelId="{885523AE-85CD-4787-80FD-14449AD670E8}">
      <dgm:prSet custT="1"/>
      <dgm:spPr>
        <a:solidFill>
          <a:srgbClr val="42A5F5"/>
        </a:solidFill>
        <a:ln w="15875" cap="rnd" cmpd="sng" algn="ctr">
          <a:solidFill>
            <a:srgbClr val="42A5F5"/>
          </a:solidFill>
          <a:prstDash val="solid"/>
        </a:ln>
        <a:effectLst/>
      </dgm:spPr>
      <dgm:t>
        <a:bodyPr spcFirstLastPara="0" vert="horz" wrap="square" lIns="353350" tIns="40640" rIns="40640" bIns="40640" numCol="1" spcCol="1270" anchor="ctr" anchorCtr="0"/>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Q. Why didn't we use JSON/Text files?</a:t>
          </a:r>
        </a:p>
      </dgm:t>
    </dgm:pt>
    <dgm:pt modelId="{9924ABA6-F212-488C-97D5-A7314BEBEA42}" type="parTrans" cxnId="{3AFF7BAB-0405-4C3C-800C-CD96C1D08D50}">
      <dgm:prSet/>
      <dgm:spPr/>
      <dgm:t>
        <a:bodyPr/>
        <a:lstStyle/>
        <a:p>
          <a:endParaRPr lang="en-US"/>
        </a:p>
      </dgm:t>
    </dgm:pt>
    <dgm:pt modelId="{AFB12039-83CF-4B69-8E4A-45944824DB69}" type="sibTrans" cxnId="{3AFF7BAB-0405-4C3C-800C-CD96C1D08D50}">
      <dgm:prSet phldrT="5" phldr="0"/>
      <dgm:spPr/>
      <dgm:t>
        <a:bodyPr/>
        <a:lstStyle/>
        <a:p>
          <a:endParaRPr lang="en-US"/>
        </a:p>
      </dgm:t>
    </dgm:pt>
    <dgm:pt modelId="{2FCEDD74-BC61-4026-92D4-E5CECC8031AA}">
      <dgm:prSet custT="1"/>
      <dgm:spPr>
        <a:solidFill>
          <a:prstClr val="white">
            <a:hueOff val="0"/>
            <a:satOff val="0"/>
            <a:lumOff val="0"/>
            <a:alphaOff val="0"/>
          </a:prstClr>
        </a:solidFill>
        <a:ln w="15875" cap="rnd" cmpd="sng" algn="ctr">
          <a:solidFill>
            <a:prstClr val="white"/>
          </a:solidFill>
          <a:prstDash val="solid"/>
        </a:ln>
        <a:effectLst/>
      </dgm:spPr>
      <dgm:t>
        <a:bodyPr spcFirstLastPara="0" vert="horz" wrap="square" lIns="353350" tIns="40640" rIns="40640" bIns="40640" numCol="1" spcCol="1270" anchor="ctr" anchorCtr="0"/>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Ans. I chose MongoDB instead of JSON or text files because I plan to continue developing this project in the future. As the application grows, it will need to manage a larger amount of data and more users. MongoDB provides better scalability, security, efficiency, and reliability, making it a more suitable choice for a real-world web application.</a:t>
          </a:r>
        </a:p>
      </dgm:t>
    </dgm:pt>
    <dgm:pt modelId="{73366740-2E1B-44C2-A74B-D2866037DB56}" type="parTrans" cxnId="{E3A3A99B-E2AD-4B84-B0FC-3BCC62B78059}">
      <dgm:prSet/>
      <dgm:spPr/>
      <dgm:t>
        <a:bodyPr/>
        <a:lstStyle/>
        <a:p>
          <a:endParaRPr lang="en-US"/>
        </a:p>
      </dgm:t>
    </dgm:pt>
    <dgm:pt modelId="{3162A704-B502-4967-A84D-7D39E1A827A4}" type="sibTrans" cxnId="{E3A3A99B-E2AD-4B84-B0FC-3BCC62B78059}">
      <dgm:prSet/>
      <dgm:spPr/>
      <dgm:t>
        <a:bodyPr/>
        <a:lstStyle/>
        <a:p>
          <a:endParaRPr lang="en-US"/>
        </a:p>
      </dgm:t>
    </dgm:pt>
    <dgm:pt modelId="{C910A7C1-77F7-41C4-85F2-89936F5A54F5}" type="pres">
      <dgm:prSet presAssocID="{8AA20905-3954-474B-A606-562BCA026DC1}" presName="Name0" presStyleCnt="0">
        <dgm:presLayoutVars>
          <dgm:dir/>
          <dgm:animLvl val="lvl"/>
          <dgm:resizeHandles val="exact"/>
        </dgm:presLayoutVars>
      </dgm:prSet>
      <dgm:spPr/>
    </dgm:pt>
    <dgm:pt modelId="{CC3CA9E6-C3BB-4806-A7EC-5262853E23CE}" type="pres">
      <dgm:prSet presAssocID="{2FCEDD74-BC61-4026-92D4-E5CECC8031AA}" presName="boxAndChildren" presStyleCnt="0"/>
      <dgm:spPr/>
    </dgm:pt>
    <dgm:pt modelId="{5AFD3E31-4A8E-4354-80E6-395761E92E09}" type="pres">
      <dgm:prSet presAssocID="{2FCEDD74-BC61-4026-92D4-E5CECC8031AA}" presName="parentTextBox" presStyleLbl="node1" presStyleIdx="0" presStyleCnt="4"/>
      <dgm:spPr/>
    </dgm:pt>
    <dgm:pt modelId="{88A98FF1-1A80-496D-9524-177E9E6E3C3B}" type="pres">
      <dgm:prSet presAssocID="{AFB12039-83CF-4B69-8E4A-45944824DB69}" presName="sp" presStyleCnt="0"/>
      <dgm:spPr/>
    </dgm:pt>
    <dgm:pt modelId="{C4AEAF12-0657-42B8-A4AA-8A87CEB1B68F}" type="pres">
      <dgm:prSet presAssocID="{885523AE-85CD-4787-80FD-14449AD670E8}" presName="arrowAndChildren" presStyleCnt="0"/>
      <dgm:spPr/>
    </dgm:pt>
    <dgm:pt modelId="{568363DE-AE37-4029-8B93-D75CBDB808DD}" type="pres">
      <dgm:prSet presAssocID="{885523AE-85CD-4787-80FD-14449AD670E8}" presName="parentTextArrow" presStyleLbl="node1" presStyleIdx="1" presStyleCnt="4"/>
      <dgm:spPr/>
    </dgm:pt>
    <dgm:pt modelId="{18BC0023-F6B2-4123-8E39-9E0F1450B957}" type="pres">
      <dgm:prSet presAssocID="{5796B33E-A787-4BF4-A2D4-FF3F90C0545F}" presName="sp" presStyleCnt="0"/>
      <dgm:spPr/>
    </dgm:pt>
    <dgm:pt modelId="{2549B75E-4237-422A-990E-DA05A7CFB4B7}" type="pres">
      <dgm:prSet presAssocID="{1C3CDB74-6784-483D-BCD3-E12AC8CD4D10}" presName="arrowAndChildren" presStyleCnt="0"/>
      <dgm:spPr/>
    </dgm:pt>
    <dgm:pt modelId="{5057F4A6-D047-488C-A92F-B48748653F71}" type="pres">
      <dgm:prSet presAssocID="{1C3CDB74-6784-483D-BCD3-E12AC8CD4D10}" presName="parentTextArrow" presStyleLbl="node1" presStyleIdx="2" presStyleCnt="4"/>
      <dgm:spPr/>
    </dgm:pt>
    <dgm:pt modelId="{F6C2A1C8-2BC9-4F4D-B1B2-CEFF7B1A7BEB}" type="pres">
      <dgm:prSet presAssocID="{3869DABC-DDD3-46A9-8861-538A0C47D50C}" presName="sp" presStyleCnt="0"/>
      <dgm:spPr/>
    </dgm:pt>
    <dgm:pt modelId="{32FD3AE9-6574-4C2D-A47D-5FA7C9B7BF3B}" type="pres">
      <dgm:prSet presAssocID="{B4EE83AE-5D28-4A43-96B2-717741D611D6}" presName="arrowAndChildren" presStyleCnt="0"/>
      <dgm:spPr/>
    </dgm:pt>
    <dgm:pt modelId="{0D722C91-AA6F-4C7E-91A5-AF2F535709C9}" type="pres">
      <dgm:prSet presAssocID="{B4EE83AE-5D28-4A43-96B2-717741D611D6}" presName="parentTextArrow" presStyleLbl="node1" presStyleIdx="3" presStyleCnt="4"/>
      <dgm:spPr/>
    </dgm:pt>
  </dgm:ptLst>
  <dgm:cxnLst>
    <dgm:cxn modelId="{29BF5F08-0589-4715-A0C4-304F28D40A1E}" srcId="{8AA20905-3954-474B-A606-562BCA026DC1}" destId="{B4EE83AE-5D28-4A43-96B2-717741D611D6}" srcOrd="0" destOrd="0" parTransId="{B7BFEA67-2BD0-40DD-BA44-65493DD00EE9}" sibTransId="{3869DABC-DDD3-46A9-8861-538A0C47D50C}"/>
    <dgm:cxn modelId="{19C02536-6FBB-4385-BAE7-E2321FC04C9C}" type="presOf" srcId="{1C3CDB74-6784-483D-BCD3-E12AC8CD4D10}" destId="{5057F4A6-D047-488C-A92F-B48748653F71}" srcOrd="0" destOrd="0" presId="urn:microsoft.com/office/officeart/2005/8/layout/process4"/>
    <dgm:cxn modelId="{C2EFFA4A-AE8F-4AD0-B030-067D1B28F6BD}" type="presOf" srcId="{2FCEDD74-BC61-4026-92D4-E5CECC8031AA}" destId="{5AFD3E31-4A8E-4354-80E6-395761E92E09}" srcOrd="0" destOrd="0" presId="urn:microsoft.com/office/officeart/2005/8/layout/process4"/>
    <dgm:cxn modelId="{FCE47658-0A9F-44A2-83EA-7FE975DEF549}" type="presOf" srcId="{8AA20905-3954-474B-A606-562BCA026DC1}" destId="{C910A7C1-77F7-41C4-85F2-89936F5A54F5}" srcOrd="0" destOrd="0" presId="urn:microsoft.com/office/officeart/2005/8/layout/process4"/>
    <dgm:cxn modelId="{5A1DA579-554C-48A1-A5E6-59ACFC03CF15}" type="presOf" srcId="{B4EE83AE-5D28-4A43-96B2-717741D611D6}" destId="{0D722C91-AA6F-4C7E-91A5-AF2F535709C9}" srcOrd="0" destOrd="0" presId="urn:microsoft.com/office/officeart/2005/8/layout/process4"/>
    <dgm:cxn modelId="{E3A3A99B-E2AD-4B84-B0FC-3BCC62B78059}" srcId="{8AA20905-3954-474B-A606-562BCA026DC1}" destId="{2FCEDD74-BC61-4026-92D4-E5CECC8031AA}" srcOrd="3" destOrd="0" parTransId="{73366740-2E1B-44C2-A74B-D2866037DB56}" sibTransId="{3162A704-B502-4967-A84D-7D39E1A827A4}"/>
    <dgm:cxn modelId="{3AFF7BAB-0405-4C3C-800C-CD96C1D08D50}" srcId="{8AA20905-3954-474B-A606-562BCA026DC1}" destId="{885523AE-85CD-4787-80FD-14449AD670E8}" srcOrd="2" destOrd="0" parTransId="{9924ABA6-F212-488C-97D5-A7314BEBEA42}" sibTransId="{AFB12039-83CF-4B69-8E4A-45944824DB69}"/>
    <dgm:cxn modelId="{D141B7BC-2F4A-4772-B1B8-81173FD6B4D7}" srcId="{8AA20905-3954-474B-A606-562BCA026DC1}" destId="{1C3CDB74-6784-483D-BCD3-E12AC8CD4D10}" srcOrd="1" destOrd="0" parTransId="{6F2B41B0-6611-4B96-9CBF-9EDE5CE2E45E}" sibTransId="{5796B33E-A787-4BF4-A2D4-FF3F90C0545F}"/>
    <dgm:cxn modelId="{A65D63C7-6BC2-4801-9DD9-7C8093B1C0DF}" type="presOf" srcId="{885523AE-85CD-4787-80FD-14449AD670E8}" destId="{568363DE-AE37-4029-8B93-D75CBDB808DD}" srcOrd="0" destOrd="0" presId="urn:microsoft.com/office/officeart/2005/8/layout/process4"/>
    <dgm:cxn modelId="{35210067-4A77-498F-AC2E-2C27B169BD37}" type="presParOf" srcId="{C910A7C1-77F7-41C4-85F2-89936F5A54F5}" destId="{CC3CA9E6-C3BB-4806-A7EC-5262853E23CE}" srcOrd="0" destOrd="0" presId="urn:microsoft.com/office/officeart/2005/8/layout/process4"/>
    <dgm:cxn modelId="{266FE468-4D58-4C67-8331-4FA7FDE38EBE}" type="presParOf" srcId="{CC3CA9E6-C3BB-4806-A7EC-5262853E23CE}" destId="{5AFD3E31-4A8E-4354-80E6-395761E92E09}" srcOrd="0" destOrd="0" presId="urn:microsoft.com/office/officeart/2005/8/layout/process4"/>
    <dgm:cxn modelId="{FBBA462B-66FC-4EF2-8719-22892EAC4A0E}" type="presParOf" srcId="{C910A7C1-77F7-41C4-85F2-89936F5A54F5}" destId="{88A98FF1-1A80-496D-9524-177E9E6E3C3B}" srcOrd="1" destOrd="0" presId="urn:microsoft.com/office/officeart/2005/8/layout/process4"/>
    <dgm:cxn modelId="{A0167CF3-47EA-4BF7-8291-E683414E7244}" type="presParOf" srcId="{C910A7C1-77F7-41C4-85F2-89936F5A54F5}" destId="{C4AEAF12-0657-42B8-A4AA-8A87CEB1B68F}" srcOrd="2" destOrd="0" presId="urn:microsoft.com/office/officeart/2005/8/layout/process4"/>
    <dgm:cxn modelId="{86E35688-45F8-4CEE-8C4B-457FBE07FB31}" type="presParOf" srcId="{C4AEAF12-0657-42B8-A4AA-8A87CEB1B68F}" destId="{568363DE-AE37-4029-8B93-D75CBDB808DD}" srcOrd="0" destOrd="0" presId="urn:microsoft.com/office/officeart/2005/8/layout/process4"/>
    <dgm:cxn modelId="{81516489-D6B1-40C6-A163-489421FD8FD7}" type="presParOf" srcId="{C910A7C1-77F7-41C4-85F2-89936F5A54F5}" destId="{18BC0023-F6B2-4123-8E39-9E0F1450B957}" srcOrd="3" destOrd="0" presId="urn:microsoft.com/office/officeart/2005/8/layout/process4"/>
    <dgm:cxn modelId="{4C2CEFCC-23C0-435E-BC20-6F2EB41B55F1}" type="presParOf" srcId="{C910A7C1-77F7-41C4-85F2-89936F5A54F5}" destId="{2549B75E-4237-422A-990E-DA05A7CFB4B7}" srcOrd="4" destOrd="0" presId="urn:microsoft.com/office/officeart/2005/8/layout/process4"/>
    <dgm:cxn modelId="{CA922145-7146-456F-855C-949B90BF1ADA}" type="presParOf" srcId="{2549B75E-4237-422A-990E-DA05A7CFB4B7}" destId="{5057F4A6-D047-488C-A92F-B48748653F71}" srcOrd="0" destOrd="0" presId="urn:microsoft.com/office/officeart/2005/8/layout/process4"/>
    <dgm:cxn modelId="{50934A01-7796-42A0-9A50-55C8B9F6BE0F}" type="presParOf" srcId="{C910A7C1-77F7-41C4-85F2-89936F5A54F5}" destId="{F6C2A1C8-2BC9-4F4D-B1B2-CEFF7B1A7BEB}" srcOrd="5" destOrd="0" presId="urn:microsoft.com/office/officeart/2005/8/layout/process4"/>
    <dgm:cxn modelId="{844DF032-B3A1-4C26-AB2C-33148FA854E6}" type="presParOf" srcId="{C910A7C1-77F7-41C4-85F2-89936F5A54F5}" destId="{32FD3AE9-6574-4C2D-A47D-5FA7C9B7BF3B}" srcOrd="6" destOrd="0" presId="urn:microsoft.com/office/officeart/2005/8/layout/process4"/>
    <dgm:cxn modelId="{40DA6D0C-896C-4530-A0E8-D2971D922B72}" type="presParOf" srcId="{32FD3AE9-6574-4C2D-A47D-5FA7C9B7BF3B}" destId="{0D722C91-AA6F-4C7E-91A5-AF2F535709C9}"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AA20905-3954-474B-A606-562BCA026DC1}" type="doc">
      <dgm:prSet loTypeId="urn:microsoft.com/office/officeart/2005/8/layout/process5" loCatId="process" qsTypeId="urn:microsoft.com/office/officeart/2005/8/quickstyle/simple1" qsCatId="simple" csTypeId="urn:microsoft.com/office/officeart/2005/8/colors/colorful1" csCatId="colorful" phldr="1"/>
      <dgm:spPr/>
      <dgm:t>
        <a:bodyPr/>
        <a:lstStyle/>
        <a:p>
          <a:endParaRPr lang="en-US"/>
        </a:p>
      </dgm:t>
    </dgm:pt>
    <dgm:pt modelId="{E0A3C982-7D8C-422E-A1AE-269BB03AA4F1}" type="pres">
      <dgm:prSet presAssocID="{8AA20905-3954-474B-A606-562BCA026DC1}" presName="diagram" presStyleCnt="0">
        <dgm:presLayoutVars>
          <dgm:dir/>
          <dgm:resizeHandles val="exact"/>
        </dgm:presLayoutVars>
      </dgm:prSet>
      <dgm:spPr/>
    </dgm:pt>
  </dgm:ptLst>
  <dgm:cxnLst>
    <dgm:cxn modelId="{6152D063-586E-40D9-90F5-1A8399804CAE}" type="presOf" srcId="{8AA20905-3954-474B-A606-562BCA026DC1}" destId="{E0A3C982-7D8C-422E-A1AE-269BB03AA4F1}" srcOrd="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AA20905-3954-474B-A606-562BCA026DC1}" type="doc">
      <dgm:prSet loTypeId="urn:microsoft.com/office/officeart/2005/8/layout/process5" loCatId="process" qsTypeId="urn:microsoft.com/office/officeart/2005/8/quickstyle/simple1" qsCatId="simple" csTypeId="urn:microsoft.com/office/officeart/2005/8/colors/colorful1" csCatId="colorful" phldr="1"/>
      <dgm:spPr/>
      <dgm:t>
        <a:bodyPr/>
        <a:lstStyle/>
        <a:p>
          <a:endParaRPr lang="en-US"/>
        </a:p>
      </dgm:t>
    </dgm:pt>
    <dgm:pt modelId="{E0A3C982-7D8C-422E-A1AE-269BB03AA4F1}" type="pres">
      <dgm:prSet presAssocID="{8AA20905-3954-474B-A606-562BCA026DC1}" presName="diagram" presStyleCnt="0">
        <dgm:presLayoutVars>
          <dgm:dir/>
          <dgm:resizeHandles val="exact"/>
        </dgm:presLayoutVars>
      </dgm:prSet>
      <dgm:spPr/>
    </dgm:pt>
  </dgm:ptLst>
  <dgm:cxnLst>
    <dgm:cxn modelId="{6152D063-586E-40D9-90F5-1A8399804CAE}" type="presOf" srcId="{8AA20905-3954-474B-A606-562BCA026DC1}" destId="{E0A3C982-7D8C-422E-A1AE-269BB03AA4F1}" srcOrd="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AA20905-3954-474B-A606-562BCA026DC1}" type="doc">
      <dgm:prSet loTypeId="urn:microsoft.com/office/officeart/2005/8/layout/process5" loCatId="process" qsTypeId="urn:microsoft.com/office/officeart/2005/8/quickstyle/simple1" qsCatId="simple" csTypeId="urn:microsoft.com/office/officeart/2005/8/colors/colorful1" csCatId="colorful" phldr="1"/>
      <dgm:spPr/>
      <dgm:t>
        <a:bodyPr/>
        <a:lstStyle/>
        <a:p>
          <a:endParaRPr lang="en-US"/>
        </a:p>
      </dgm:t>
    </dgm:pt>
    <dgm:pt modelId="{E0A3C982-7D8C-422E-A1AE-269BB03AA4F1}" type="pres">
      <dgm:prSet presAssocID="{8AA20905-3954-474B-A606-562BCA026DC1}" presName="diagram" presStyleCnt="0">
        <dgm:presLayoutVars>
          <dgm:dir/>
          <dgm:resizeHandles val="exact"/>
        </dgm:presLayoutVars>
      </dgm:prSet>
      <dgm:spPr/>
    </dgm:pt>
  </dgm:ptLst>
  <dgm:cxnLst>
    <dgm:cxn modelId="{6152D063-586E-40D9-90F5-1A8399804CAE}" type="presOf" srcId="{8AA20905-3954-474B-A606-562BCA026DC1}" destId="{E0A3C982-7D8C-422E-A1AE-269BB03AA4F1}" srcOrd="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AA20905-3954-474B-A606-562BCA026DC1}" type="doc">
      <dgm:prSet loTypeId="urn:microsoft.com/office/officeart/2005/8/layout/bProcess3" loCatId="process" qsTypeId="urn:microsoft.com/office/officeart/2005/8/quickstyle/simple1" qsCatId="simple" csTypeId="urn:microsoft.com/office/officeart/2005/8/colors/colorful1" csCatId="colorful" phldr="1"/>
      <dgm:spPr/>
      <dgm:t>
        <a:bodyPr/>
        <a:lstStyle/>
        <a:p>
          <a:endParaRPr lang="en-US"/>
        </a:p>
      </dgm:t>
    </dgm:pt>
    <dgm:pt modelId="{B4EE83AE-5D28-4A43-96B2-717741D611D6}">
      <dgm:prSet custT="1"/>
      <dgm:spPr>
        <a:solidFill>
          <a:srgbClr val="F8FBFF"/>
        </a:solidFill>
        <a:ln>
          <a:solidFill>
            <a:srgbClr val="1565C0"/>
          </a:solidFill>
        </a:ln>
      </dgm:spPr>
      <dgm:t>
        <a:bodyPr/>
        <a:lstStyle/>
        <a:p>
          <a:pPr>
            <a:buNone/>
          </a:pPr>
          <a:r>
            <a:rPr lang="en-US" sz="1600" b="1" dirty="0">
              <a:solidFill>
                <a:srgbClr val="212121"/>
              </a:solidFill>
            </a:rPr>
            <a:t>Real-Time Donation Tracking</a:t>
          </a:r>
          <a:r>
            <a:rPr lang="en-US" sz="1600" dirty="0">
              <a:solidFill>
                <a:srgbClr val="212121"/>
              </a:solidFill>
            </a:rPr>
            <a:t> – Allow donors to track the status of their donations in real time.</a:t>
          </a:r>
        </a:p>
      </dgm:t>
    </dgm:pt>
    <dgm:pt modelId="{B7BFEA67-2BD0-40DD-BA44-65493DD00EE9}" type="parTrans" cxnId="{29BF5F08-0589-4715-A0C4-304F28D40A1E}">
      <dgm:prSet/>
      <dgm:spPr/>
      <dgm:t>
        <a:bodyPr/>
        <a:lstStyle/>
        <a:p>
          <a:endParaRPr lang="en-US"/>
        </a:p>
      </dgm:t>
    </dgm:pt>
    <dgm:pt modelId="{3869DABC-DDD3-46A9-8861-538A0C47D50C}" type="sibTrans" cxnId="{29BF5F08-0589-4715-A0C4-304F28D40A1E}">
      <dgm:prSet/>
      <dgm:spPr/>
      <dgm:t>
        <a:bodyPr/>
        <a:lstStyle/>
        <a:p>
          <a:endParaRPr lang="en-US"/>
        </a:p>
      </dgm:t>
    </dgm:pt>
    <dgm:pt modelId="{B3DD9822-9567-48CF-99CC-32496F3FAB18}">
      <dgm:prSet custT="1"/>
      <dgm:spPr>
        <a:solidFill>
          <a:srgbClr val="F8FBFF"/>
        </a:solidFill>
        <a:ln>
          <a:solidFill>
            <a:srgbClr val="1565C0"/>
          </a:solidFill>
        </a:ln>
      </dgm:spPr>
      <dgm:t>
        <a:bodyPr/>
        <a:lstStyle/>
        <a:p>
          <a:pPr>
            <a:buNone/>
          </a:pPr>
          <a:r>
            <a:rPr lang="en-US" sz="1600" b="1" dirty="0">
              <a:solidFill>
                <a:srgbClr val="212121"/>
              </a:solidFill>
            </a:rPr>
            <a:t>Online Payment Integration</a:t>
          </a:r>
          <a:r>
            <a:rPr lang="en-US" sz="1600" dirty="0">
              <a:solidFill>
                <a:srgbClr val="212121"/>
              </a:solidFill>
            </a:rPr>
            <a:t> – Support secure monetary donations through payment gateways.</a:t>
          </a:r>
        </a:p>
      </dgm:t>
    </dgm:pt>
    <dgm:pt modelId="{43CF1EFD-11B6-4B33-A1D8-327D6986B4EF}" type="parTrans" cxnId="{39A41D4F-89E7-4C4A-9CE3-99967E1DFEC8}">
      <dgm:prSet/>
      <dgm:spPr/>
      <dgm:t>
        <a:bodyPr/>
        <a:lstStyle/>
        <a:p>
          <a:endParaRPr lang="en-US"/>
        </a:p>
      </dgm:t>
    </dgm:pt>
    <dgm:pt modelId="{5A3C7737-3D32-4AC2-8228-8BB2DCA03EE3}" type="sibTrans" cxnId="{39A41D4F-89E7-4C4A-9CE3-99967E1DFEC8}">
      <dgm:prSet/>
      <dgm:spPr/>
      <dgm:t>
        <a:bodyPr/>
        <a:lstStyle/>
        <a:p>
          <a:endParaRPr lang="en-US"/>
        </a:p>
      </dgm:t>
    </dgm:pt>
    <dgm:pt modelId="{18F7B377-54A1-4CCD-A16E-F4C7127888D2}">
      <dgm:prSet custT="1"/>
      <dgm:spPr>
        <a:solidFill>
          <a:srgbClr val="F8FBFF"/>
        </a:solidFill>
        <a:ln>
          <a:solidFill>
            <a:srgbClr val="1565C0"/>
          </a:solidFill>
        </a:ln>
      </dgm:spPr>
      <dgm:t>
        <a:bodyPr/>
        <a:lstStyle/>
        <a:p>
          <a:pPr>
            <a:buNone/>
          </a:pPr>
          <a:r>
            <a:rPr lang="en-US" sz="1600" b="1" dirty="0">
              <a:solidFill>
                <a:srgbClr val="212121"/>
              </a:solidFill>
            </a:rPr>
            <a:t>Mobile Application</a:t>
          </a:r>
          <a:r>
            <a:rPr lang="en-US" sz="1600" dirty="0">
              <a:solidFill>
                <a:srgbClr val="212121"/>
              </a:solidFill>
            </a:rPr>
            <a:t> – Develop Android and iOS apps for easier access.</a:t>
          </a:r>
        </a:p>
      </dgm:t>
    </dgm:pt>
    <dgm:pt modelId="{E5DA93C2-B726-4258-BFFE-402251649FF6}" type="parTrans" cxnId="{9D0D1849-AE53-4A06-9880-399FAAEE6766}">
      <dgm:prSet/>
      <dgm:spPr/>
      <dgm:t>
        <a:bodyPr/>
        <a:lstStyle/>
        <a:p>
          <a:endParaRPr lang="en-US"/>
        </a:p>
      </dgm:t>
    </dgm:pt>
    <dgm:pt modelId="{0A609185-9365-4BA5-9A4F-4A9F022F228F}" type="sibTrans" cxnId="{9D0D1849-AE53-4A06-9880-399FAAEE6766}">
      <dgm:prSet/>
      <dgm:spPr/>
      <dgm:t>
        <a:bodyPr/>
        <a:lstStyle/>
        <a:p>
          <a:endParaRPr lang="en-US"/>
        </a:p>
      </dgm:t>
    </dgm:pt>
    <dgm:pt modelId="{5FF9CFF7-64EF-4E6D-9F0A-97E201A3E28D}">
      <dgm:prSet custT="1"/>
      <dgm:spPr>
        <a:solidFill>
          <a:srgbClr val="F8FBFF"/>
        </a:solidFill>
        <a:ln>
          <a:solidFill>
            <a:srgbClr val="1565C0"/>
          </a:solidFill>
        </a:ln>
      </dgm:spPr>
      <dgm:t>
        <a:bodyPr/>
        <a:lstStyle/>
        <a:p>
          <a:pPr>
            <a:buNone/>
          </a:pPr>
          <a:r>
            <a:rPr lang="en-US" sz="1600" b="1" dirty="0">
              <a:solidFill>
                <a:srgbClr val="212121"/>
              </a:solidFill>
            </a:rPr>
            <a:t>Email &amp; SMS Notifications</a:t>
          </a:r>
          <a:r>
            <a:rPr lang="en-US" sz="1600" dirty="0">
              <a:solidFill>
                <a:srgbClr val="212121"/>
              </a:solidFill>
            </a:rPr>
            <a:t> – Send instant updates for donation status and requests.</a:t>
          </a:r>
        </a:p>
      </dgm:t>
    </dgm:pt>
    <dgm:pt modelId="{85DF75A6-AD68-4B47-9EB6-3B82CDFD58E3}" type="parTrans" cxnId="{CC64876D-8AD9-4E48-86BB-04FFD28EC563}">
      <dgm:prSet/>
      <dgm:spPr/>
      <dgm:t>
        <a:bodyPr/>
        <a:lstStyle/>
        <a:p>
          <a:endParaRPr lang="en-US"/>
        </a:p>
      </dgm:t>
    </dgm:pt>
    <dgm:pt modelId="{4B5AF119-50DC-4305-8A58-3221E77CA680}" type="sibTrans" cxnId="{CC64876D-8AD9-4E48-86BB-04FFD28EC563}">
      <dgm:prSet/>
      <dgm:spPr/>
      <dgm:t>
        <a:bodyPr/>
        <a:lstStyle/>
        <a:p>
          <a:endParaRPr lang="en-US"/>
        </a:p>
      </dgm:t>
    </dgm:pt>
    <dgm:pt modelId="{A90979A0-DFFC-4DA0-BA7A-A85435EB034D}">
      <dgm:prSet custT="1"/>
      <dgm:spPr>
        <a:solidFill>
          <a:srgbClr val="F8FBFF"/>
        </a:solidFill>
        <a:ln>
          <a:solidFill>
            <a:srgbClr val="1565C0"/>
          </a:solidFill>
        </a:ln>
      </dgm:spPr>
      <dgm:t>
        <a:bodyPr/>
        <a:lstStyle/>
        <a:p>
          <a:pPr>
            <a:buNone/>
          </a:pPr>
          <a:r>
            <a:rPr lang="en-US" sz="1600" b="1" dirty="0">
              <a:solidFill>
                <a:srgbClr val="212121"/>
              </a:solidFill>
            </a:rPr>
            <a:t>Location-Based Donation Matching</a:t>
          </a:r>
          <a:r>
            <a:rPr lang="en-US" sz="1600" dirty="0">
              <a:solidFill>
                <a:srgbClr val="212121"/>
              </a:solidFill>
            </a:rPr>
            <a:t> – Connect donors with nearby NGOs and beneficiaries.</a:t>
          </a:r>
        </a:p>
      </dgm:t>
    </dgm:pt>
    <dgm:pt modelId="{5A5D753A-E0D4-45FC-A3D9-89AD4FB2D11B}" type="parTrans" cxnId="{941D5CFB-4C5D-4867-B7B9-BAFB669EEE1F}">
      <dgm:prSet/>
      <dgm:spPr/>
      <dgm:t>
        <a:bodyPr/>
        <a:lstStyle/>
        <a:p>
          <a:endParaRPr lang="en-US"/>
        </a:p>
      </dgm:t>
    </dgm:pt>
    <dgm:pt modelId="{35C8C98C-187C-443C-A48A-F2283F314510}" type="sibTrans" cxnId="{941D5CFB-4C5D-4867-B7B9-BAFB669EEE1F}">
      <dgm:prSet/>
      <dgm:spPr/>
      <dgm:t>
        <a:bodyPr/>
        <a:lstStyle/>
        <a:p>
          <a:endParaRPr lang="en-US"/>
        </a:p>
      </dgm:t>
    </dgm:pt>
    <dgm:pt modelId="{6750079E-562C-4D42-9F0E-D5DF73C1F4CE}">
      <dgm:prSet custT="1"/>
      <dgm:spPr>
        <a:solidFill>
          <a:srgbClr val="F8FBFF"/>
        </a:solidFill>
        <a:ln>
          <a:solidFill>
            <a:srgbClr val="1565C0"/>
          </a:solidFill>
        </a:ln>
      </dgm:spPr>
      <dgm:t>
        <a:bodyPr/>
        <a:lstStyle/>
        <a:p>
          <a:pPr>
            <a:buNone/>
          </a:pPr>
          <a:r>
            <a:rPr lang="en-US" sz="1400" b="1" dirty="0">
              <a:solidFill>
                <a:srgbClr val="212121"/>
              </a:solidFill>
            </a:rPr>
            <a:t>AI-Based Donation Recommendations</a:t>
          </a:r>
          <a:r>
            <a:rPr lang="en-US" sz="1400" dirty="0">
              <a:solidFill>
                <a:srgbClr val="212121"/>
              </a:solidFill>
            </a:rPr>
            <a:t> – Suggest suitable organizations and donation categories based on user preferences.</a:t>
          </a:r>
        </a:p>
      </dgm:t>
    </dgm:pt>
    <dgm:pt modelId="{2591B3EA-F028-4EFC-84A0-749CF9C63D4C}" type="parTrans" cxnId="{25D178D1-E096-428E-9FCA-A81129E42E7A}">
      <dgm:prSet/>
      <dgm:spPr/>
      <dgm:t>
        <a:bodyPr/>
        <a:lstStyle/>
        <a:p>
          <a:endParaRPr lang="en-US"/>
        </a:p>
      </dgm:t>
    </dgm:pt>
    <dgm:pt modelId="{11323ED3-A32B-435F-8483-AAEB73FFB7DD}" type="sibTrans" cxnId="{25D178D1-E096-428E-9FCA-A81129E42E7A}">
      <dgm:prSet/>
      <dgm:spPr/>
      <dgm:t>
        <a:bodyPr/>
        <a:lstStyle/>
        <a:p>
          <a:endParaRPr lang="en-US"/>
        </a:p>
      </dgm:t>
    </dgm:pt>
    <dgm:pt modelId="{18F6334D-286F-45DB-B33C-C8F77279868F}">
      <dgm:prSet custT="1"/>
      <dgm:spPr>
        <a:solidFill>
          <a:srgbClr val="F8FBFF"/>
        </a:solidFill>
        <a:ln>
          <a:solidFill>
            <a:srgbClr val="1565C0"/>
          </a:solidFill>
        </a:ln>
      </dgm:spPr>
      <dgm:t>
        <a:bodyPr/>
        <a:lstStyle/>
        <a:p>
          <a:pPr>
            <a:buNone/>
          </a:pPr>
          <a:r>
            <a:rPr lang="en-US" sz="1600" b="1" dirty="0">
              <a:solidFill>
                <a:srgbClr val="212121"/>
              </a:solidFill>
            </a:rPr>
            <a:t>QR Code Verification</a:t>
          </a:r>
          <a:r>
            <a:rPr lang="en-US" sz="1600" dirty="0">
              <a:solidFill>
                <a:srgbClr val="212121"/>
              </a:solidFill>
            </a:rPr>
            <a:t> – Enable quick verification and secure donation confirmation.</a:t>
          </a:r>
        </a:p>
      </dgm:t>
    </dgm:pt>
    <dgm:pt modelId="{2980C190-DECB-4C9D-93C6-2FBEFDB08C88}" type="parTrans" cxnId="{55AD79F7-EC16-42FE-BDBE-63B3FD9E7FB7}">
      <dgm:prSet/>
      <dgm:spPr/>
      <dgm:t>
        <a:bodyPr/>
        <a:lstStyle/>
        <a:p>
          <a:endParaRPr lang="en-US"/>
        </a:p>
      </dgm:t>
    </dgm:pt>
    <dgm:pt modelId="{D7404498-2877-4E51-84F3-1F8E39850454}" type="sibTrans" cxnId="{55AD79F7-EC16-42FE-BDBE-63B3FD9E7FB7}">
      <dgm:prSet/>
      <dgm:spPr/>
      <dgm:t>
        <a:bodyPr/>
        <a:lstStyle/>
        <a:p>
          <a:endParaRPr lang="en-US"/>
        </a:p>
      </dgm:t>
    </dgm:pt>
    <dgm:pt modelId="{C462C456-5CC1-4014-94C8-2B4DFE312860}">
      <dgm:prSet custT="1"/>
      <dgm:spPr>
        <a:solidFill>
          <a:srgbClr val="F8FBFF"/>
        </a:solidFill>
        <a:ln>
          <a:solidFill>
            <a:srgbClr val="1565C0"/>
          </a:solidFill>
        </a:ln>
      </dgm:spPr>
      <dgm:t>
        <a:bodyPr/>
        <a:lstStyle/>
        <a:p>
          <a:pPr>
            <a:buNone/>
          </a:pPr>
          <a:r>
            <a:rPr lang="en-US" sz="1600" b="1" dirty="0">
              <a:solidFill>
                <a:srgbClr val="212121"/>
              </a:solidFill>
            </a:rPr>
            <a:t>Analytics &amp; Reports</a:t>
          </a:r>
          <a:r>
            <a:rPr lang="en-US" sz="1600" dirty="0">
              <a:solidFill>
                <a:srgbClr val="212121"/>
              </a:solidFill>
            </a:rPr>
            <a:t> – Provide detailed dashboards and reports for administrators.</a:t>
          </a:r>
        </a:p>
      </dgm:t>
    </dgm:pt>
    <dgm:pt modelId="{2F5D90FE-8018-4F74-8F36-4C1646B8C8DD}" type="parTrans" cxnId="{33AA29D6-22F2-4A8A-9CD7-13D52A3021DB}">
      <dgm:prSet/>
      <dgm:spPr/>
      <dgm:t>
        <a:bodyPr/>
        <a:lstStyle/>
        <a:p>
          <a:endParaRPr lang="en-US"/>
        </a:p>
      </dgm:t>
    </dgm:pt>
    <dgm:pt modelId="{8C0BA127-8EA6-4DEF-B608-0A0ADEC20ED0}" type="sibTrans" cxnId="{33AA29D6-22F2-4A8A-9CD7-13D52A3021DB}">
      <dgm:prSet/>
      <dgm:spPr/>
      <dgm:t>
        <a:bodyPr/>
        <a:lstStyle/>
        <a:p>
          <a:endParaRPr lang="en-US"/>
        </a:p>
      </dgm:t>
    </dgm:pt>
    <dgm:pt modelId="{04F3F3B5-E3FA-48A5-A6C4-04F80B842886}">
      <dgm:prSet custT="1"/>
      <dgm:spPr>
        <a:solidFill>
          <a:srgbClr val="F8FBFF"/>
        </a:solidFill>
        <a:ln>
          <a:solidFill>
            <a:srgbClr val="1565C0"/>
          </a:solidFill>
        </a:ln>
      </dgm:spPr>
      <dgm:t>
        <a:bodyPr/>
        <a:lstStyle/>
        <a:p>
          <a:pPr>
            <a:buNone/>
          </a:pPr>
          <a:r>
            <a:rPr lang="en-US" sz="1600" b="1" dirty="0">
              <a:solidFill>
                <a:srgbClr val="212121"/>
              </a:solidFill>
            </a:rPr>
            <a:t>Multi-Language Support</a:t>
          </a:r>
          <a:r>
            <a:rPr lang="en-US" sz="1600" dirty="0">
              <a:solidFill>
                <a:srgbClr val="212121"/>
              </a:solidFill>
            </a:rPr>
            <a:t> – Make the platform accessible in multiple regional languages.</a:t>
          </a:r>
        </a:p>
      </dgm:t>
    </dgm:pt>
    <dgm:pt modelId="{D67AC6A7-3CC5-46C9-BCE1-92F9B776C322}" type="parTrans" cxnId="{33F5203B-5E52-4BB9-99B5-6FA021A67D5B}">
      <dgm:prSet/>
      <dgm:spPr/>
      <dgm:t>
        <a:bodyPr/>
        <a:lstStyle/>
        <a:p>
          <a:endParaRPr lang="en-US"/>
        </a:p>
      </dgm:t>
    </dgm:pt>
    <dgm:pt modelId="{054FF0EF-EF39-4916-8629-CD4F8912F4EF}" type="sibTrans" cxnId="{33F5203B-5E52-4BB9-99B5-6FA021A67D5B}">
      <dgm:prSet/>
      <dgm:spPr/>
      <dgm:t>
        <a:bodyPr/>
        <a:lstStyle/>
        <a:p>
          <a:endParaRPr lang="en-US"/>
        </a:p>
      </dgm:t>
    </dgm:pt>
    <dgm:pt modelId="{0B200C3B-39FD-4D43-9D45-F36DD24DA861}">
      <dgm:prSet custT="1"/>
      <dgm:spPr>
        <a:solidFill>
          <a:srgbClr val="F8FBFF"/>
        </a:solidFill>
        <a:ln>
          <a:solidFill>
            <a:srgbClr val="1565C0"/>
          </a:solidFill>
        </a:ln>
      </dgm:spPr>
      <dgm:t>
        <a:bodyPr/>
        <a:lstStyle/>
        <a:p>
          <a:pPr>
            <a:buNone/>
          </a:pPr>
          <a:r>
            <a:rPr lang="en-US" sz="1400" b="1" dirty="0">
              <a:solidFill>
                <a:srgbClr val="212121"/>
              </a:solidFill>
            </a:rPr>
            <a:t>Cloud Deployment</a:t>
          </a:r>
          <a:r>
            <a:rPr lang="en-US" sz="1400" dirty="0">
              <a:solidFill>
                <a:srgbClr val="212121"/>
              </a:solidFill>
            </a:rPr>
            <a:t> – Host the application on the cloud for improved scalability, security, and availability.</a:t>
          </a:r>
        </a:p>
      </dgm:t>
    </dgm:pt>
    <dgm:pt modelId="{668CB1B7-D308-4854-88EB-AA718BAEF8F8}" type="parTrans" cxnId="{5626B8DC-8811-41F0-98EC-B5D802FACE9A}">
      <dgm:prSet/>
      <dgm:spPr/>
      <dgm:t>
        <a:bodyPr/>
        <a:lstStyle/>
        <a:p>
          <a:endParaRPr lang="en-US"/>
        </a:p>
      </dgm:t>
    </dgm:pt>
    <dgm:pt modelId="{9FCED598-C704-4BA8-A019-692F338017E4}" type="sibTrans" cxnId="{5626B8DC-8811-41F0-98EC-B5D802FACE9A}">
      <dgm:prSet/>
      <dgm:spPr/>
      <dgm:t>
        <a:bodyPr/>
        <a:lstStyle/>
        <a:p>
          <a:endParaRPr lang="en-US"/>
        </a:p>
      </dgm:t>
    </dgm:pt>
    <dgm:pt modelId="{137D8141-EDDD-466F-9879-AAE8AACF4E99}" type="pres">
      <dgm:prSet presAssocID="{8AA20905-3954-474B-A606-562BCA026DC1}" presName="Name0" presStyleCnt="0">
        <dgm:presLayoutVars>
          <dgm:dir/>
          <dgm:resizeHandles val="exact"/>
        </dgm:presLayoutVars>
      </dgm:prSet>
      <dgm:spPr/>
    </dgm:pt>
    <dgm:pt modelId="{A1ED434F-F928-4778-BF3C-40180EC03E5C}" type="pres">
      <dgm:prSet presAssocID="{B4EE83AE-5D28-4A43-96B2-717741D611D6}" presName="node" presStyleLbl="node1" presStyleIdx="0" presStyleCnt="10">
        <dgm:presLayoutVars>
          <dgm:bulletEnabled val="1"/>
        </dgm:presLayoutVars>
      </dgm:prSet>
      <dgm:spPr/>
    </dgm:pt>
    <dgm:pt modelId="{385A49F5-4154-40D4-9BFA-DBD9B36DD5AD}" type="pres">
      <dgm:prSet presAssocID="{3869DABC-DDD3-46A9-8861-538A0C47D50C}" presName="sibTrans" presStyleLbl="sibTrans1D1" presStyleIdx="0" presStyleCnt="9"/>
      <dgm:spPr/>
    </dgm:pt>
    <dgm:pt modelId="{9AFA6DB9-B989-48CE-961D-D5A38B1938C1}" type="pres">
      <dgm:prSet presAssocID="{3869DABC-DDD3-46A9-8861-538A0C47D50C}" presName="connectorText" presStyleLbl="sibTrans1D1" presStyleIdx="0" presStyleCnt="9"/>
      <dgm:spPr/>
    </dgm:pt>
    <dgm:pt modelId="{E33FCED2-AD77-4211-AFF5-5D504036BA92}" type="pres">
      <dgm:prSet presAssocID="{B3DD9822-9567-48CF-99CC-32496F3FAB18}" presName="node" presStyleLbl="node1" presStyleIdx="1" presStyleCnt="10">
        <dgm:presLayoutVars>
          <dgm:bulletEnabled val="1"/>
        </dgm:presLayoutVars>
      </dgm:prSet>
      <dgm:spPr/>
    </dgm:pt>
    <dgm:pt modelId="{CCBCB42C-3BCC-4BAD-B803-3D950EFB2777}" type="pres">
      <dgm:prSet presAssocID="{5A3C7737-3D32-4AC2-8228-8BB2DCA03EE3}" presName="sibTrans" presStyleLbl="sibTrans1D1" presStyleIdx="1" presStyleCnt="9"/>
      <dgm:spPr/>
    </dgm:pt>
    <dgm:pt modelId="{8DE6C023-E6D9-4769-8E12-3B0C9658DD90}" type="pres">
      <dgm:prSet presAssocID="{5A3C7737-3D32-4AC2-8228-8BB2DCA03EE3}" presName="connectorText" presStyleLbl="sibTrans1D1" presStyleIdx="1" presStyleCnt="9"/>
      <dgm:spPr/>
    </dgm:pt>
    <dgm:pt modelId="{D8FE0C55-3AB3-435B-97C7-835DE3EBF6B5}" type="pres">
      <dgm:prSet presAssocID="{18F7B377-54A1-4CCD-A16E-F4C7127888D2}" presName="node" presStyleLbl="node1" presStyleIdx="2" presStyleCnt="10">
        <dgm:presLayoutVars>
          <dgm:bulletEnabled val="1"/>
        </dgm:presLayoutVars>
      </dgm:prSet>
      <dgm:spPr/>
    </dgm:pt>
    <dgm:pt modelId="{0D81DB3C-4285-4AF3-8ECE-CC3782D24863}" type="pres">
      <dgm:prSet presAssocID="{0A609185-9365-4BA5-9A4F-4A9F022F228F}" presName="sibTrans" presStyleLbl="sibTrans1D1" presStyleIdx="2" presStyleCnt="9"/>
      <dgm:spPr/>
    </dgm:pt>
    <dgm:pt modelId="{E3964A8F-85CD-486A-8214-1699B594F53B}" type="pres">
      <dgm:prSet presAssocID="{0A609185-9365-4BA5-9A4F-4A9F022F228F}" presName="connectorText" presStyleLbl="sibTrans1D1" presStyleIdx="2" presStyleCnt="9"/>
      <dgm:spPr/>
    </dgm:pt>
    <dgm:pt modelId="{E7F47B4D-45A8-4306-BBED-AAD6447F0129}" type="pres">
      <dgm:prSet presAssocID="{5FF9CFF7-64EF-4E6D-9F0A-97E201A3E28D}" presName="node" presStyleLbl="node1" presStyleIdx="3" presStyleCnt="10">
        <dgm:presLayoutVars>
          <dgm:bulletEnabled val="1"/>
        </dgm:presLayoutVars>
      </dgm:prSet>
      <dgm:spPr/>
    </dgm:pt>
    <dgm:pt modelId="{2935DD20-4972-4578-BC8E-BC020A5A6902}" type="pres">
      <dgm:prSet presAssocID="{4B5AF119-50DC-4305-8A58-3221E77CA680}" presName="sibTrans" presStyleLbl="sibTrans1D1" presStyleIdx="3" presStyleCnt="9"/>
      <dgm:spPr/>
    </dgm:pt>
    <dgm:pt modelId="{4151B883-8DFB-4E12-AA41-CEA84C4943B5}" type="pres">
      <dgm:prSet presAssocID="{4B5AF119-50DC-4305-8A58-3221E77CA680}" presName="connectorText" presStyleLbl="sibTrans1D1" presStyleIdx="3" presStyleCnt="9"/>
      <dgm:spPr/>
    </dgm:pt>
    <dgm:pt modelId="{944085EF-86DF-43E0-B8ED-700F393417CB}" type="pres">
      <dgm:prSet presAssocID="{A90979A0-DFFC-4DA0-BA7A-A85435EB034D}" presName="node" presStyleLbl="node1" presStyleIdx="4" presStyleCnt="10">
        <dgm:presLayoutVars>
          <dgm:bulletEnabled val="1"/>
        </dgm:presLayoutVars>
      </dgm:prSet>
      <dgm:spPr/>
    </dgm:pt>
    <dgm:pt modelId="{2C37817D-987E-4E7C-B3C9-84668BB693DB}" type="pres">
      <dgm:prSet presAssocID="{35C8C98C-187C-443C-A48A-F2283F314510}" presName="sibTrans" presStyleLbl="sibTrans1D1" presStyleIdx="4" presStyleCnt="9"/>
      <dgm:spPr/>
    </dgm:pt>
    <dgm:pt modelId="{38835A8F-C43C-4CC8-A4EE-2F3B71105FE8}" type="pres">
      <dgm:prSet presAssocID="{35C8C98C-187C-443C-A48A-F2283F314510}" presName="connectorText" presStyleLbl="sibTrans1D1" presStyleIdx="4" presStyleCnt="9"/>
      <dgm:spPr/>
    </dgm:pt>
    <dgm:pt modelId="{9ED2F25E-5C76-434C-8862-F9393E95E02B}" type="pres">
      <dgm:prSet presAssocID="{6750079E-562C-4D42-9F0E-D5DF73C1F4CE}" presName="node" presStyleLbl="node1" presStyleIdx="5" presStyleCnt="10">
        <dgm:presLayoutVars>
          <dgm:bulletEnabled val="1"/>
        </dgm:presLayoutVars>
      </dgm:prSet>
      <dgm:spPr/>
    </dgm:pt>
    <dgm:pt modelId="{E1DFDDE0-372C-4BA5-B096-54A6922B827A}" type="pres">
      <dgm:prSet presAssocID="{11323ED3-A32B-435F-8483-AAEB73FFB7DD}" presName="sibTrans" presStyleLbl="sibTrans1D1" presStyleIdx="5" presStyleCnt="9"/>
      <dgm:spPr/>
    </dgm:pt>
    <dgm:pt modelId="{9862EB93-98EA-4123-BD8A-3643D536E0C5}" type="pres">
      <dgm:prSet presAssocID="{11323ED3-A32B-435F-8483-AAEB73FFB7DD}" presName="connectorText" presStyleLbl="sibTrans1D1" presStyleIdx="5" presStyleCnt="9"/>
      <dgm:spPr/>
    </dgm:pt>
    <dgm:pt modelId="{66CFF40C-931B-48BB-9F9F-B59A01650608}" type="pres">
      <dgm:prSet presAssocID="{18F6334D-286F-45DB-B33C-C8F77279868F}" presName="node" presStyleLbl="node1" presStyleIdx="6" presStyleCnt="10">
        <dgm:presLayoutVars>
          <dgm:bulletEnabled val="1"/>
        </dgm:presLayoutVars>
      </dgm:prSet>
      <dgm:spPr/>
    </dgm:pt>
    <dgm:pt modelId="{F91B36CD-6334-4C6C-B593-69A0890EE095}" type="pres">
      <dgm:prSet presAssocID="{D7404498-2877-4E51-84F3-1F8E39850454}" presName="sibTrans" presStyleLbl="sibTrans1D1" presStyleIdx="6" presStyleCnt="9"/>
      <dgm:spPr/>
    </dgm:pt>
    <dgm:pt modelId="{A4257E81-9223-4F37-B4E1-7AEF378FB49C}" type="pres">
      <dgm:prSet presAssocID="{D7404498-2877-4E51-84F3-1F8E39850454}" presName="connectorText" presStyleLbl="sibTrans1D1" presStyleIdx="6" presStyleCnt="9"/>
      <dgm:spPr/>
    </dgm:pt>
    <dgm:pt modelId="{1193E344-DDD5-4D70-98EE-85F8D1A0EE10}" type="pres">
      <dgm:prSet presAssocID="{C462C456-5CC1-4014-94C8-2B4DFE312860}" presName="node" presStyleLbl="node1" presStyleIdx="7" presStyleCnt="10">
        <dgm:presLayoutVars>
          <dgm:bulletEnabled val="1"/>
        </dgm:presLayoutVars>
      </dgm:prSet>
      <dgm:spPr/>
    </dgm:pt>
    <dgm:pt modelId="{A5EB391C-2155-44D9-86C5-CC2205D8CC56}" type="pres">
      <dgm:prSet presAssocID="{8C0BA127-8EA6-4DEF-B608-0A0ADEC20ED0}" presName="sibTrans" presStyleLbl="sibTrans1D1" presStyleIdx="7" presStyleCnt="9"/>
      <dgm:spPr/>
    </dgm:pt>
    <dgm:pt modelId="{24DF0F4D-A6FF-4E3A-8546-05CEBBD0BC3C}" type="pres">
      <dgm:prSet presAssocID="{8C0BA127-8EA6-4DEF-B608-0A0ADEC20ED0}" presName="connectorText" presStyleLbl="sibTrans1D1" presStyleIdx="7" presStyleCnt="9"/>
      <dgm:spPr/>
    </dgm:pt>
    <dgm:pt modelId="{689D0C11-4A10-4F2B-A9D1-34BB34860D62}" type="pres">
      <dgm:prSet presAssocID="{04F3F3B5-E3FA-48A5-A6C4-04F80B842886}" presName="node" presStyleLbl="node1" presStyleIdx="8" presStyleCnt="10">
        <dgm:presLayoutVars>
          <dgm:bulletEnabled val="1"/>
        </dgm:presLayoutVars>
      </dgm:prSet>
      <dgm:spPr/>
    </dgm:pt>
    <dgm:pt modelId="{72CE7139-074A-4C4B-A3D1-D7778F197B07}" type="pres">
      <dgm:prSet presAssocID="{054FF0EF-EF39-4916-8629-CD4F8912F4EF}" presName="sibTrans" presStyleLbl="sibTrans1D1" presStyleIdx="8" presStyleCnt="9"/>
      <dgm:spPr/>
    </dgm:pt>
    <dgm:pt modelId="{0B20FF3D-220A-4B17-B49C-F6D47CFBF65B}" type="pres">
      <dgm:prSet presAssocID="{054FF0EF-EF39-4916-8629-CD4F8912F4EF}" presName="connectorText" presStyleLbl="sibTrans1D1" presStyleIdx="8" presStyleCnt="9"/>
      <dgm:spPr/>
    </dgm:pt>
    <dgm:pt modelId="{43CB4B8E-D2EE-4D45-9853-FFF942683F2D}" type="pres">
      <dgm:prSet presAssocID="{0B200C3B-39FD-4D43-9D45-F36DD24DA861}" presName="node" presStyleLbl="node1" presStyleIdx="9" presStyleCnt="10">
        <dgm:presLayoutVars>
          <dgm:bulletEnabled val="1"/>
        </dgm:presLayoutVars>
      </dgm:prSet>
      <dgm:spPr/>
    </dgm:pt>
  </dgm:ptLst>
  <dgm:cxnLst>
    <dgm:cxn modelId="{20190506-66E6-410E-9C6C-685C6FB710BD}" type="presOf" srcId="{5A3C7737-3D32-4AC2-8228-8BB2DCA03EE3}" destId="{8DE6C023-E6D9-4769-8E12-3B0C9658DD90}" srcOrd="1" destOrd="0" presId="urn:microsoft.com/office/officeart/2005/8/layout/bProcess3"/>
    <dgm:cxn modelId="{5D748306-99E5-4DA9-BBB4-FF80530EC85D}" type="presOf" srcId="{04F3F3B5-E3FA-48A5-A6C4-04F80B842886}" destId="{689D0C11-4A10-4F2B-A9D1-34BB34860D62}" srcOrd="0" destOrd="0" presId="urn:microsoft.com/office/officeart/2005/8/layout/bProcess3"/>
    <dgm:cxn modelId="{29BF5F08-0589-4715-A0C4-304F28D40A1E}" srcId="{8AA20905-3954-474B-A606-562BCA026DC1}" destId="{B4EE83AE-5D28-4A43-96B2-717741D611D6}" srcOrd="0" destOrd="0" parTransId="{B7BFEA67-2BD0-40DD-BA44-65493DD00EE9}" sibTransId="{3869DABC-DDD3-46A9-8861-538A0C47D50C}"/>
    <dgm:cxn modelId="{54643D0E-4AA3-4511-A750-15F07E78F378}" type="presOf" srcId="{11323ED3-A32B-435F-8483-AAEB73FFB7DD}" destId="{9862EB93-98EA-4123-BD8A-3643D536E0C5}" srcOrd="1" destOrd="0" presId="urn:microsoft.com/office/officeart/2005/8/layout/bProcess3"/>
    <dgm:cxn modelId="{2B092710-8406-46DF-83BB-488A379717DC}" type="presOf" srcId="{11323ED3-A32B-435F-8483-AAEB73FFB7DD}" destId="{E1DFDDE0-372C-4BA5-B096-54A6922B827A}" srcOrd="0" destOrd="0" presId="urn:microsoft.com/office/officeart/2005/8/layout/bProcess3"/>
    <dgm:cxn modelId="{3704C912-5A76-4F18-8885-CEC6291E628C}" type="presOf" srcId="{D7404498-2877-4E51-84F3-1F8E39850454}" destId="{A4257E81-9223-4F37-B4E1-7AEF378FB49C}" srcOrd="1" destOrd="0" presId="urn:microsoft.com/office/officeart/2005/8/layout/bProcess3"/>
    <dgm:cxn modelId="{08740417-72BD-4C0A-A8DB-D2746594050E}" type="presOf" srcId="{8AA20905-3954-474B-A606-562BCA026DC1}" destId="{137D8141-EDDD-466F-9879-AAE8AACF4E99}" srcOrd="0" destOrd="0" presId="urn:microsoft.com/office/officeart/2005/8/layout/bProcess3"/>
    <dgm:cxn modelId="{8FC9F617-35AE-4159-8886-6A94896D562A}" type="presOf" srcId="{0A609185-9365-4BA5-9A4F-4A9F022F228F}" destId="{E3964A8F-85CD-486A-8214-1699B594F53B}" srcOrd="1" destOrd="0" presId="urn:microsoft.com/office/officeart/2005/8/layout/bProcess3"/>
    <dgm:cxn modelId="{6B30E72A-6CA6-4C98-9B32-7F5E82076EB7}" type="presOf" srcId="{4B5AF119-50DC-4305-8A58-3221E77CA680}" destId="{4151B883-8DFB-4E12-AA41-CEA84C4943B5}" srcOrd="1" destOrd="0" presId="urn:microsoft.com/office/officeart/2005/8/layout/bProcess3"/>
    <dgm:cxn modelId="{33F5203B-5E52-4BB9-99B5-6FA021A67D5B}" srcId="{8AA20905-3954-474B-A606-562BCA026DC1}" destId="{04F3F3B5-E3FA-48A5-A6C4-04F80B842886}" srcOrd="8" destOrd="0" parTransId="{D67AC6A7-3CC5-46C9-BCE1-92F9B776C322}" sibTransId="{054FF0EF-EF39-4916-8629-CD4F8912F4EF}"/>
    <dgm:cxn modelId="{C17B8C5C-E1E5-431A-889E-30E88C950202}" type="presOf" srcId="{5FF9CFF7-64EF-4E6D-9F0A-97E201A3E28D}" destId="{E7F47B4D-45A8-4306-BBED-AAD6447F0129}" srcOrd="0" destOrd="0" presId="urn:microsoft.com/office/officeart/2005/8/layout/bProcess3"/>
    <dgm:cxn modelId="{4DEB2C60-F70B-4745-8E26-E7B12E1C298B}" type="presOf" srcId="{35C8C98C-187C-443C-A48A-F2283F314510}" destId="{38835A8F-C43C-4CC8-A4EE-2F3B71105FE8}" srcOrd="1" destOrd="0" presId="urn:microsoft.com/office/officeart/2005/8/layout/bProcess3"/>
    <dgm:cxn modelId="{979DF244-D83F-410D-A998-B07E62E2C9FA}" type="presOf" srcId="{B4EE83AE-5D28-4A43-96B2-717741D611D6}" destId="{A1ED434F-F928-4778-BF3C-40180EC03E5C}" srcOrd="0" destOrd="0" presId="urn:microsoft.com/office/officeart/2005/8/layout/bProcess3"/>
    <dgm:cxn modelId="{9D0D1849-AE53-4A06-9880-399FAAEE6766}" srcId="{8AA20905-3954-474B-A606-562BCA026DC1}" destId="{18F7B377-54A1-4CCD-A16E-F4C7127888D2}" srcOrd="2" destOrd="0" parTransId="{E5DA93C2-B726-4258-BFFE-402251649FF6}" sibTransId="{0A609185-9365-4BA5-9A4F-4A9F022F228F}"/>
    <dgm:cxn modelId="{EBCDDB6A-A81F-4F4A-A081-4742DC6DD774}" type="presOf" srcId="{0A609185-9365-4BA5-9A4F-4A9F022F228F}" destId="{0D81DB3C-4285-4AF3-8ECE-CC3782D24863}" srcOrd="0" destOrd="0" presId="urn:microsoft.com/office/officeart/2005/8/layout/bProcess3"/>
    <dgm:cxn modelId="{CC64876D-8AD9-4E48-86BB-04FFD28EC563}" srcId="{8AA20905-3954-474B-A606-562BCA026DC1}" destId="{5FF9CFF7-64EF-4E6D-9F0A-97E201A3E28D}" srcOrd="3" destOrd="0" parTransId="{85DF75A6-AD68-4B47-9EB6-3B82CDFD58E3}" sibTransId="{4B5AF119-50DC-4305-8A58-3221E77CA680}"/>
    <dgm:cxn modelId="{39A41D4F-89E7-4C4A-9CE3-99967E1DFEC8}" srcId="{8AA20905-3954-474B-A606-562BCA026DC1}" destId="{B3DD9822-9567-48CF-99CC-32496F3FAB18}" srcOrd="1" destOrd="0" parTransId="{43CF1EFD-11B6-4B33-A1D8-327D6986B4EF}" sibTransId="{5A3C7737-3D32-4AC2-8228-8BB2DCA03EE3}"/>
    <dgm:cxn modelId="{9DBAA751-8713-4131-B073-22B4DFDBA64D}" type="presOf" srcId="{8C0BA127-8EA6-4DEF-B608-0A0ADEC20ED0}" destId="{A5EB391C-2155-44D9-86C5-CC2205D8CC56}" srcOrd="0" destOrd="0" presId="urn:microsoft.com/office/officeart/2005/8/layout/bProcess3"/>
    <dgm:cxn modelId="{F759F871-2720-4FCE-847A-36DFDE7E4818}" type="presOf" srcId="{B3DD9822-9567-48CF-99CC-32496F3FAB18}" destId="{E33FCED2-AD77-4211-AFF5-5D504036BA92}" srcOrd="0" destOrd="0" presId="urn:microsoft.com/office/officeart/2005/8/layout/bProcess3"/>
    <dgm:cxn modelId="{5A241358-5F00-4105-81B7-602766788DE7}" type="presOf" srcId="{054FF0EF-EF39-4916-8629-CD4F8912F4EF}" destId="{72CE7139-074A-4C4B-A3D1-D7778F197B07}" srcOrd="0" destOrd="0" presId="urn:microsoft.com/office/officeart/2005/8/layout/bProcess3"/>
    <dgm:cxn modelId="{5A4EC783-A343-43D3-8B05-BE27EE707528}" type="presOf" srcId="{0B200C3B-39FD-4D43-9D45-F36DD24DA861}" destId="{43CB4B8E-D2EE-4D45-9853-FFF942683F2D}" srcOrd="0" destOrd="0" presId="urn:microsoft.com/office/officeart/2005/8/layout/bProcess3"/>
    <dgm:cxn modelId="{9B94EC86-F1EE-4AB6-935D-6797AF686CC4}" type="presOf" srcId="{5A3C7737-3D32-4AC2-8228-8BB2DCA03EE3}" destId="{CCBCB42C-3BCC-4BAD-B803-3D950EFB2777}" srcOrd="0" destOrd="0" presId="urn:microsoft.com/office/officeart/2005/8/layout/bProcess3"/>
    <dgm:cxn modelId="{7A82D5A6-B55F-4B9E-89C6-DFB4CCB283DD}" type="presOf" srcId="{3869DABC-DDD3-46A9-8861-538A0C47D50C}" destId="{385A49F5-4154-40D4-9BFA-DBD9B36DD5AD}" srcOrd="0" destOrd="0" presId="urn:microsoft.com/office/officeart/2005/8/layout/bProcess3"/>
    <dgm:cxn modelId="{C85031AA-6C1C-4F5C-883B-AE0EFC91AD8D}" type="presOf" srcId="{35C8C98C-187C-443C-A48A-F2283F314510}" destId="{2C37817D-987E-4E7C-B3C9-84668BB693DB}" srcOrd="0" destOrd="0" presId="urn:microsoft.com/office/officeart/2005/8/layout/bProcess3"/>
    <dgm:cxn modelId="{ED1E44AA-E6C8-43C8-886C-15DBD6F0BDD0}" type="presOf" srcId="{4B5AF119-50DC-4305-8A58-3221E77CA680}" destId="{2935DD20-4972-4578-BC8E-BC020A5A6902}" srcOrd="0" destOrd="0" presId="urn:microsoft.com/office/officeart/2005/8/layout/bProcess3"/>
    <dgm:cxn modelId="{93865DC0-2C33-4440-902E-EE8BF9CFF5C9}" type="presOf" srcId="{6750079E-562C-4D42-9F0E-D5DF73C1F4CE}" destId="{9ED2F25E-5C76-434C-8862-F9393E95E02B}" srcOrd="0" destOrd="0" presId="urn:microsoft.com/office/officeart/2005/8/layout/bProcess3"/>
    <dgm:cxn modelId="{25D178D1-E096-428E-9FCA-A81129E42E7A}" srcId="{8AA20905-3954-474B-A606-562BCA026DC1}" destId="{6750079E-562C-4D42-9F0E-D5DF73C1F4CE}" srcOrd="5" destOrd="0" parTransId="{2591B3EA-F028-4EFC-84A0-749CF9C63D4C}" sibTransId="{11323ED3-A32B-435F-8483-AAEB73FFB7DD}"/>
    <dgm:cxn modelId="{33AA29D6-22F2-4A8A-9CD7-13D52A3021DB}" srcId="{8AA20905-3954-474B-A606-562BCA026DC1}" destId="{C462C456-5CC1-4014-94C8-2B4DFE312860}" srcOrd="7" destOrd="0" parTransId="{2F5D90FE-8018-4F74-8F36-4C1646B8C8DD}" sibTransId="{8C0BA127-8EA6-4DEF-B608-0A0ADEC20ED0}"/>
    <dgm:cxn modelId="{EB75FBD8-F033-45B3-984A-3264D23447AC}" type="presOf" srcId="{D7404498-2877-4E51-84F3-1F8E39850454}" destId="{F91B36CD-6334-4C6C-B593-69A0890EE095}" srcOrd="0" destOrd="0" presId="urn:microsoft.com/office/officeart/2005/8/layout/bProcess3"/>
    <dgm:cxn modelId="{5626B8DC-8811-41F0-98EC-B5D802FACE9A}" srcId="{8AA20905-3954-474B-A606-562BCA026DC1}" destId="{0B200C3B-39FD-4D43-9D45-F36DD24DA861}" srcOrd="9" destOrd="0" parTransId="{668CB1B7-D308-4854-88EB-AA718BAEF8F8}" sibTransId="{9FCED598-C704-4BA8-A019-692F338017E4}"/>
    <dgm:cxn modelId="{847800E0-951B-44EB-9C36-18B6AD9D43C5}" type="presOf" srcId="{18F7B377-54A1-4CCD-A16E-F4C7127888D2}" destId="{D8FE0C55-3AB3-435B-97C7-835DE3EBF6B5}" srcOrd="0" destOrd="0" presId="urn:microsoft.com/office/officeart/2005/8/layout/bProcess3"/>
    <dgm:cxn modelId="{3878DDE2-5F69-4858-A92D-7FFCF9FEDB97}" type="presOf" srcId="{3869DABC-DDD3-46A9-8861-538A0C47D50C}" destId="{9AFA6DB9-B989-48CE-961D-D5A38B1938C1}" srcOrd="1" destOrd="0" presId="urn:microsoft.com/office/officeart/2005/8/layout/bProcess3"/>
    <dgm:cxn modelId="{D1E2EEE3-4B42-4F69-964C-0FDC0D501150}" type="presOf" srcId="{C462C456-5CC1-4014-94C8-2B4DFE312860}" destId="{1193E344-DDD5-4D70-98EE-85F8D1A0EE10}" srcOrd="0" destOrd="0" presId="urn:microsoft.com/office/officeart/2005/8/layout/bProcess3"/>
    <dgm:cxn modelId="{EA742BEE-5223-4298-8A6C-8F6AD84D6645}" type="presOf" srcId="{A90979A0-DFFC-4DA0-BA7A-A85435EB034D}" destId="{944085EF-86DF-43E0-B8ED-700F393417CB}" srcOrd="0" destOrd="0" presId="urn:microsoft.com/office/officeart/2005/8/layout/bProcess3"/>
    <dgm:cxn modelId="{06EC4DEE-3CD0-401A-B1FE-2625D5891989}" type="presOf" srcId="{18F6334D-286F-45DB-B33C-C8F77279868F}" destId="{66CFF40C-931B-48BB-9F9F-B59A01650608}" srcOrd="0" destOrd="0" presId="urn:microsoft.com/office/officeart/2005/8/layout/bProcess3"/>
    <dgm:cxn modelId="{AF9082EE-B92A-4E6C-9956-BEB9EF4A7F08}" type="presOf" srcId="{054FF0EF-EF39-4916-8629-CD4F8912F4EF}" destId="{0B20FF3D-220A-4B17-B49C-F6D47CFBF65B}" srcOrd="1" destOrd="0" presId="urn:microsoft.com/office/officeart/2005/8/layout/bProcess3"/>
    <dgm:cxn modelId="{C73E4DF4-A8EF-49AB-8CED-19237E4305C3}" type="presOf" srcId="{8C0BA127-8EA6-4DEF-B608-0A0ADEC20ED0}" destId="{24DF0F4D-A6FF-4E3A-8546-05CEBBD0BC3C}" srcOrd="1" destOrd="0" presId="urn:microsoft.com/office/officeart/2005/8/layout/bProcess3"/>
    <dgm:cxn modelId="{55AD79F7-EC16-42FE-BDBE-63B3FD9E7FB7}" srcId="{8AA20905-3954-474B-A606-562BCA026DC1}" destId="{18F6334D-286F-45DB-B33C-C8F77279868F}" srcOrd="6" destOrd="0" parTransId="{2980C190-DECB-4C9D-93C6-2FBEFDB08C88}" sibTransId="{D7404498-2877-4E51-84F3-1F8E39850454}"/>
    <dgm:cxn modelId="{941D5CFB-4C5D-4867-B7B9-BAFB669EEE1F}" srcId="{8AA20905-3954-474B-A606-562BCA026DC1}" destId="{A90979A0-DFFC-4DA0-BA7A-A85435EB034D}" srcOrd="4" destOrd="0" parTransId="{5A5D753A-E0D4-45FC-A3D9-89AD4FB2D11B}" sibTransId="{35C8C98C-187C-443C-A48A-F2283F314510}"/>
    <dgm:cxn modelId="{76E11434-8582-40C1-80E3-96C2F39CE64C}" type="presParOf" srcId="{137D8141-EDDD-466F-9879-AAE8AACF4E99}" destId="{A1ED434F-F928-4778-BF3C-40180EC03E5C}" srcOrd="0" destOrd="0" presId="urn:microsoft.com/office/officeart/2005/8/layout/bProcess3"/>
    <dgm:cxn modelId="{E532B215-B04C-4093-8D4B-BAAC1EEF2AB0}" type="presParOf" srcId="{137D8141-EDDD-466F-9879-AAE8AACF4E99}" destId="{385A49F5-4154-40D4-9BFA-DBD9B36DD5AD}" srcOrd="1" destOrd="0" presId="urn:microsoft.com/office/officeart/2005/8/layout/bProcess3"/>
    <dgm:cxn modelId="{6790BA56-A352-453E-B216-A85EA69ECE07}" type="presParOf" srcId="{385A49F5-4154-40D4-9BFA-DBD9B36DD5AD}" destId="{9AFA6DB9-B989-48CE-961D-D5A38B1938C1}" srcOrd="0" destOrd="0" presId="urn:microsoft.com/office/officeart/2005/8/layout/bProcess3"/>
    <dgm:cxn modelId="{67FF28E7-EB26-40E7-89E8-FABDFD96FF66}" type="presParOf" srcId="{137D8141-EDDD-466F-9879-AAE8AACF4E99}" destId="{E33FCED2-AD77-4211-AFF5-5D504036BA92}" srcOrd="2" destOrd="0" presId="urn:microsoft.com/office/officeart/2005/8/layout/bProcess3"/>
    <dgm:cxn modelId="{CBD7FE24-DD69-4F35-A461-E3A22B2B4412}" type="presParOf" srcId="{137D8141-EDDD-466F-9879-AAE8AACF4E99}" destId="{CCBCB42C-3BCC-4BAD-B803-3D950EFB2777}" srcOrd="3" destOrd="0" presId="urn:microsoft.com/office/officeart/2005/8/layout/bProcess3"/>
    <dgm:cxn modelId="{2F4B8127-662B-4D8D-9FC0-2A932F570B7C}" type="presParOf" srcId="{CCBCB42C-3BCC-4BAD-B803-3D950EFB2777}" destId="{8DE6C023-E6D9-4769-8E12-3B0C9658DD90}" srcOrd="0" destOrd="0" presId="urn:microsoft.com/office/officeart/2005/8/layout/bProcess3"/>
    <dgm:cxn modelId="{393E18D2-B2CE-4C3F-9994-C1DF4C301668}" type="presParOf" srcId="{137D8141-EDDD-466F-9879-AAE8AACF4E99}" destId="{D8FE0C55-3AB3-435B-97C7-835DE3EBF6B5}" srcOrd="4" destOrd="0" presId="urn:microsoft.com/office/officeart/2005/8/layout/bProcess3"/>
    <dgm:cxn modelId="{E865536D-929F-4D9C-9FAF-AD23179C5D0F}" type="presParOf" srcId="{137D8141-EDDD-466F-9879-AAE8AACF4E99}" destId="{0D81DB3C-4285-4AF3-8ECE-CC3782D24863}" srcOrd="5" destOrd="0" presId="urn:microsoft.com/office/officeart/2005/8/layout/bProcess3"/>
    <dgm:cxn modelId="{8DF5E2A6-B08A-45B6-9B8A-C793051B8399}" type="presParOf" srcId="{0D81DB3C-4285-4AF3-8ECE-CC3782D24863}" destId="{E3964A8F-85CD-486A-8214-1699B594F53B}" srcOrd="0" destOrd="0" presId="urn:microsoft.com/office/officeart/2005/8/layout/bProcess3"/>
    <dgm:cxn modelId="{AF61A90A-1C69-4969-A3AA-01A982EB7337}" type="presParOf" srcId="{137D8141-EDDD-466F-9879-AAE8AACF4E99}" destId="{E7F47B4D-45A8-4306-BBED-AAD6447F0129}" srcOrd="6" destOrd="0" presId="urn:microsoft.com/office/officeart/2005/8/layout/bProcess3"/>
    <dgm:cxn modelId="{33DDB116-07EC-40DF-A90D-590B6B98DE8C}" type="presParOf" srcId="{137D8141-EDDD-466F-9879-AAE8AACF4E99}" destId="{2935DD20-4972-4578-BC8E-BC020A5A6902}" srcOrd="7" destOrd="0" presId="urn:microsoft.com/office/officeart/2005/8/layout/bProcess3"/>
    <dgm:cxn modelId="{15EAD4BB-B948-4DB0-A90D-A8BCF656E4CF}" type="presParOf" srcId="{2935DD20-4972-4578-BC8E-BC020A5A6902}" destId="{4151B883-8DFB-4E12-AA41-CEA84C4943B5}" srcOrd="0" destOrd="0" presId="urn:microsoft.com/office/officeart/2005/8/layout/bProcess3"/>
    <dgm:cxn modelId="{9B02A75D-E18F-4E0A-9F72-21C879A1AE1C}" type="presParOf" srcId="{137D8141-EDDD-466F-9879-AAE8AACF4E99}" destId="{944085EF-86DF-43E0-B8ED-700F393417CB}" srcOrd="8" destOrd="0" presId="urn:microsoft.com/office/officeart/2005/8/layout/bProcess3"/>
    <dgm:cxn modelId="{83522402-EA9D-4ED3-8DA7-6B8C987E2435}" type="presParOf" srcId="{137D8141-EDDD-466F-9879-AAE8AACF4E99}" destId="{2C37817D-987E-4E7C-B3C9-84668BB693DB}" srcOrd="9" destOrd="0" presId="urn:microsoft.com/office/officeart/2005/8/layout/bProcess3"/>
    <dgm:cxn modelId="{05F6A33E-9A64-4D78-B60C-59E003385FAC}" type="presParOf" srcId="{2C37817D-987E-4E7C-B3C9-84668BB693DB}" destId="{38835A8F-C43C-4CC8-A4EE-2F3B71105FE8}" srcOrd="0" destOrd="0" presId="urn:microsoft.com/office/officeart/2005/8/layout/bProcess3"/>
    <dgm:cxn modelId="{170721CB-9995-4E76-8CAD-E5B5865B6CC2}" type="presParOf" srcId="{137D8141-EDDD-466F-9879-AAE8AACF4E99}" destId="{9ED2F25E-5C76-434C-8862-F9393E95E02B}" srcOrd="10" destOrd="0" presId="urn:microsoft.com/office/officeart/2005/8/layout/bProcess3"/>
    <dgm:cxn modelId="{74537CB9-CC8F-4044-A3C6-523E99458AEE}" type="presParOf" srcId="{137D8141-EDDD-466F-9879-AAE8AACF4E99}" destId="{E1DFDDE0-372C-4BA5-B096-54A6922B827A}" srcOrd="11" destOrd="0" presId="urn:microsoft.com/office/officeart/2005/8/layout/bProcess3"/>
    <dgm:cxn modelId="{724AE91B-52F0-4A07-B47F-3F4F65CDE84F}" type="presParOf" srcId="{E1DFDDE0-372C-4BA5-B096-54A6922B827A}" destId="{9862EB93-98EA-4123-BD8A-3643D536E0C5}" srcOrd="0" destOrd="0" presId="urn:microsoft.com/office/officeart/2005/8/layout/bProcess3"/>
    <dgm:cxn modelId="{ABB2AF52-0233-42FD-8260-5E3C34CCD404}" type="presParOf" srcId="{137D8141-EDDD-466F-9879-AAE8AACF4E99}" destId="{66CFF40C-931B-48BB-9F9F-B59A01650608}" srcOrd="12" destOrd="0" presId="urn:microsoft.com/office/officeart/2005/8/layout/bProcess3"/>
    <dgm:cxn modelId="{6D891BC9-1B33-489C-BDF8-E26FF9F54FC5}" type="presParOf" srcId="{137D8141-EDDD-466F-9879-AAE8AACF4E99}" destId="{F91B36CD-6334-4C6C-B593-69A0890EE095}" srcOrd="13" destOrd="0" presId="urn:microsoft.com/office/officeart/2005/8/layout/bProcess3"/>
    <dgm:cxn modelId="{E0C00E55-208F-4F0A-811A-3469B4BF1B27}" type="presParOf" srcId="{F91B36CD-6334-4C6C-B593-69A0890EE095}" destId="{A4257E81-9223-4F37-B4E1-7AEF378FB49C}" srcOrd="0" destOrd="0" presId="urn:microsoft.com/office/officeart/2005/8/layout/bProcess3"/>
    <dgm:cxn modelId="{453BA2B9-E336-47E7-88DE-EF688CF6BA56}" type="presParOf" srcId="{137D8141-EDDD-466F-9879-AAE8AACF4E99}" destId="{1193E344-DDD5-4D70-98EE-85F8D1A0EE10}" srcOrd="14" destOrd="0" presId="urn:microsoft.com/office/officeart/2005/8/layout/bProcess3"/>
    <dgm:cxn modelId="{405483BE-22F0-40F0-BFAD-B301EDB29B80}" type="presParOf" srcId="{137D8141-EDDD-466F-9879-AAE8AACF4E99}" destId="{A5EB391C-2155-44D9-86C5-CC2205D8CC56}" srcOrd="15" destOrd="0" presId="urn:microsoft.com/office/officeart/2005/8/layout/bProcess3"/>
    <dgm:cxn modelId="{1C090066-F238-4434-86C5-61B6CB5EAD04}" type="presParOf" srcId="{A5EB391C-2155-44D9-86C5-CC2205D8CC56}" destId="{24DF0F4D-A6FF-4E3A-8546-05CEBBD0BC3C}" srcOrd="0" destOrd="0" presId="urn:microsoft.com/office/officeart/2005/8/layout/bProcess3"/>
    <dgm:cxn modelId="{61D6BD2C-E931-451E-A47E-5FC63949EC07}" type="presParOf" srcId="{137D8141-EDDD-466F-9879-AAE8AACF4E99}" destId="{689D0C11-4A10-4F2B-A9D1-34BB34860D62}" srcOrd="16" destOrd="0" presId="urn:microsoft.com/office/officeart/2005/8/layout/bProcess3"/>
    <dgm:cxn modelId="{4C8EB11E-06A8-4848-88AE-39D0C8C3735E}" type="presParOf" srcId="{137D8141-EDDD-466F-9879-AAE8AACF4E99}" destId="{72CE7139-074A-4C4B-A3D1-D7778F197B07}" srcOrd="17" destOrd="0" presId="urn:microsoft.com/office/officeart/2005/8/layout/bProcess3"/>
    <dgm:cxn modelId="{CB7670A1-CBAA-4747-B38C-BF0B60B294D9}" type="presParOf" srcId="{72CE7139-074A-4C4B-A3D1-D7778F197B07}" destId="{0B20FF3D-220A-4B17-B49C-F6D47CFBF65B}" srcOrd="0" destOrd="0" presId="urn:microsoft.com/office/officeart/2005/8/layout/bProcess3"/>
    <dgm:cxn modelId="{EB9653F0-B6D1-4E94-8221-C27D5A4CE7B5}" type="presParOf" srcId="{137D8141-EDDD-466F-9879-AAE8AACF4E99}" destId="{43CB4B8E-D2EE-4D45-9853-FFF942683F2D}" srcOrd="18"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AA20905-3954-474B-A606-562BCA026DC1}" type="doc">
      <dgm:prSet loTypeId="urn:microsoft.com/office/officeart/2005/8/layout/arrow4" loCatId="process" qsTypeId="urn:microsoft.com/office/officeart/2005/8/quickstyle/simple1" qsCatId="simple" csTypeId="urn:microsoft.com/office/officeart/2005/8/colors/colorful1" csCatId="colorful" phldr="1"/>
      <dgm:spPr/>
      <dgm:t>
        <a:bodyPr/>
        <a:lstStyle/>
        <a:p>
          <a:endParaRPr lang="en-US"/>
        </a:p>
      </dgm:t>
    </dgm:pt>
    <dgm:pt modelId="{B4EE83AE-5D28-4A43-96B2-717741D611D6}">
      <dgm:prSet custT="1"/>
      <dgm:spPr/>
      <dgm:t>
        <a:bodyPr/>
        <a:lstStyle/>
        <a:p>
          <a:pPr>
            <a:buNone/>
          </a:pPr>
          <a:r>
            <a:rPr lang="en-US" sz="2000" b="1" dirty="0">
              <a:solidFill>
                <a:srgbClr val="212121"/>
              </a:solidFill>
            </a:rPr>
            <a:t>APNA SAHARA</a:t>
          </a:r>
          <a:r>
            <a:rPr lang="en-US" sz="2000" dirty="0">
              <a:solidFill>
                <a:srgbClr val="212121"/>
              </a:solidFill>
            </a:rPr>
            <a:t> is built with the vision of transforming the way people donate and support those in need. By creating a trusted digital ecosystem for donors and charitable organizations, the platform encourages transparency, collaboration, and social impact.</a:t>
          </a:r>
        </a:p>
      </dgm:t>
    </dgm:pt>
    <dgm:pt modelId="{B7BFEA67-2BD0-40DD-BA44-65493DD00EE9}" type="parTrans" cxnId="{29BF5F08-0589-4715-A0C4-304F28D40A1E}">
      <dgm:prSet/>
      <dgm:spPr/>
      <dgm:t>
        <a:bodyPr/>
        <a:lstStyle/>
        <a:p>
          <a:endParaRPr lang="en-US"/>
        </a:p>
      </dgm:t>
    </dgm:pt>
    <dgm:pt modelId="{3869DABC-DDD3-46A9-8861-538A0C47D50C}" type="sibTrans" cxnId="{29BF5F08-0589-4715-A0C4-304F28D40A1E}">
      <dgm:prSet/>
      <dgm:spPr/>
      <dgm:t>
        <a:bodyPr/>
        <a:lstStyle/>
        <a:p>
          <a:endParaRPr lang="en-US"/>
        </a:p>
      </dgm:t>
    </dgm:pt>
    <dgm:pt modelId="{1C3CDB74-6784-483D-BCD3-E12AC8CD4D10}">
      <dgm:prSet custT="1"/>
      <dgm:spPr/>
      <dgm:t>
        <a:bodyPr/>
        <a:lstStyle/>
        <a:p>
          <a:pPr>
            <a:buNone/>
          </a:pPr>
          <a:r>
            <a:rPr lang="en-US" sz="2000" dirty="0">
              <a:solidFill>
                <a:srgbClr val="212121"/>
              </a:solidFill>
            </a:rPr>
            <a:t>As the platform evolves with new features and wider adoption, </a:t>
          </a:r>
          <a:r>
            <a:rPr lang="en-US" sz="2000" b="1" dirty="0">
              <a:solidFill>
                <a:srgbClr val="212121"/>
              </a:solidFill>
            </a:rPr>
            <a:t>APNA SAHARA</a:t>
          </a:r>
          <a:r>
            <a:rPr lang="en-US" sz="2000" dirty="0">
              <a:solidFill>
                <a:srgbClr val="212121"/>
              </a:solidFill>
            </a:rPr>
            <a:t> has the potential to become a leading social-tech startup, making every contribution more meaningful and creating a future where helping others is simple, accessible, and impactful.</a:t>
          </a:r>
        </a:p>
      </dgm:t>
    </dgm:pt>
    <dgm:pt modelId="{5796B33E-A787-4BF4-A2D4-FF3F90C0545F}" type="sibTrans" cxnId="{539C0A74-88E3-4F86-9A57-AB9369D13BFB}">
      <dgm:prSet/>
      <dgm:spPr/>
      <dgm:t>
        <a:bodyPr/>
        <a:lstStyle/>
        <a:p>
          <a:endParaRPr lang="en-US"/>
        </a:p>
      </dgm:t>
    </dgm:pt>
    <dgm:pt modelId="{6F2B41B0-6611-4B96-9CBF-9EDE5CE2E45E}" type="parTrans" cxnId="{539C0A74-88E3-4F86-9A57-AB9369D13BFB}">
      <dgm:prSet/>
      <dgm:spPr/>
      <dgm:t>
        <a:bodyPr/>
        <a:lstStyle/>
        <a:p>
          <a:endParaRPr lang="en-US"/>
        </a:p>
      </dgm:t>
    </dgm:pt>
    <dgm:pt modelId="{0AB5857A-B45B-45B0-88B6-AB8CBFA138BC}" type="pres">
      <dgm:prSet presAssocID="{8AA20905-3954-474B-A606-562BCA026DC1}" presName="compositeShape" presStyleCnt="0">
        <dgm:presLayoutVars>
          <dgm:chMax val="2"/>
          <dgm:dir/>
          <dgm:resizeHandles val="exact"/>
        </dgm:presLayoutVars>
      </dgm:prSet>
      <dgm:spPr/>
    </dgm:pt>
    <dgm:pt modelId="{6E0D12E9-D864-47DC-A708-95F1F51AD6A6}" type="pres">
      <dgm:prSet presAssocID="{B4EE83AE-5D28-4A43-96B2-717741D611D6}" presName="upArrow" presStyleLbl="node1" presStyleIdx="0" presStyleCnt="2"/>
      <dgm:spPr>
        <a:solidFill>
          <a:srgbClr val="42A5F5"/>
        </a:solidFill>
        <a:ln>
          <a:solidFill>
            <a:srgbClr val="1565C0"/>
          </a:solidFill>
        </a:ln>
      </dgm:spPr>
    </dgm:pt>
    <dgm:pt modelId="{7A1266A8-C275-4DBF-A062-EB444C2CEBE3}" type="pres">
      <dgm:prSet presAssocID="{B4EE83AE-5D28-4A43-96B2-717741D611D6}" presName="upArrowText" presStyleLbl="revTx" presStyleIdx="0" presStyleCnt="2">
        <dgm:presLayoutVars>
          <dgm:chMax val="0"/>
          <dgm:bulletEnabled val="1"/>
        </dgm:presLayoutVars>
      </dgm:prSet>
      <dgm:spPr/>
    </dgm:pt>
    <dgm:pt modelId="{D8923DDB-37C5-4203-8AC3-BF787AE46FA7}" type="pres">
      <dgm:prSet presAssocID="{1C3CDB74-6784-483D-BCD3-E12AC8CD4D10}" presName="downArrow" presStyleLbl="node1" presStyleIdx="1" presStyleCnt="2"/>
      <dgm:spPr>
        <a:solidFill>
          <a:srgbClr val="42A5F5"/>
        </a:solidFill>
        <a:ln>
          <a:solidFill>
            <a:srgbClr val="1565C0"/>
          </a:solidFill>
        </a:ln>
      </dgm:spPr>
    </dgm:pt>
    <dgm:pt modelId="{A085B49C-195A-4378-9CC1-686B552CE474}" type="pres">
      <dgm:prSet presAssocID="{1C3CDB74-6784-483D-BCD3-E12AC8CD4D10}" presName="downArrowText" presStyleLbl="revTx" presStyleIdx="1" presStyleCnt="2">
        <dgm:presLayoutVars>
          <dgm:chMax val="0"/>
          <dgm:bulletEnabled val="1"/>
        </dgm:presLayoutVars>
      </dgm:prSet>
      <dgm:spPr/>
    </dgm:pt>
  </dgm:ptLst>
  <dgm:cxnLst>
    <dgm:cxn modelId="{7E1D4104-A646-4ED2-970A-E539C31495E3}" type="presOf" srcId="{8AA20905-3954-474B-A606-562BCA026DC1}" destId="{0AB5857A-B45B-45B0-88B6-AB8CBFA138BC}" srcOrd="0" destOrd="0" presId="urn:microsoft.com/office/officeart/2005/8/layout/arrow4"/>
    <dgm:cxn modelId="{29BF5F08-0589-4715-A0C4-304F28D40A1E}" srcId="{8AA20905-3954-474B-A606-562BCA026DC1}" destId="{B4EE83AE-5D28-4A43-96B2-717741D611D6}" srcOrd="0" destOrd="0" parTransId="{B7BFEA67-2BD0-40DD-BA44-65493DD00EE9}" sibTransId="{3869DABC-DDD3-46A9-8861-538A0C47D50C}"/>
    <dgm:cxn modelId="{8E27FC27-464A-4227-A934-FC216A7970C8}" type="presOf" srcId="{1C3CDB74-6784-483D-BCD3-E12AC8CD4D10}" destId="{A085B49C-195A-4378-9CC1-686B552CE474}" srcOrd="0" destOrd="0" presId="urn:microsoft.com/office/officeart/2005/8/layout/arrow4"/>
    <dgm:cxn modelId="{539C0A74-88E3-4F86-9A57-AB9369D13BFB}" srcId="{8AA20905-3954-474B-A606-562BCA026DC1}" destId="{1C3CDB74-6784-483D-BCD3-E12AC8CD4D10}" srcOrd="1" destOrd="0" parTransId="{6F2B41B0-6611-4B96-9CBF-9EDE5CE2E45E}" sibTransId="{5796B33E-A787-4BF4-A2D4-FF3F90C0545F}"/>
    <dgm:cxn modelId="{5A64798C-0D5C-4EF7-AC6B-D5F414D54C0D}" type="presOf" srcId="{B4EE83AE-5D28-4A43-96B2-717741D611D6}" destId="{7A1266A8-C275-4DBF-A062-EB444C2CEBE3}" srcOrd="0" destOrd="0" presId="urn:microsoft.com/office/officeart/2005/8/layout/arrow4"/>
    <dgm:cxn modelId="{F845BD1C-BF0D-4CF7-B501-A59590B2EC30}" type="presParOf" srcId="{0AB5857A-B45B-45B0-88B6-AB8CBFA138BC}" destId="{6E0D12E9-D864-47DC-A708-95F1F51AD6A6}" srcOrd="0" destOrd="0" presId="urn:microsoft.com/office/officeart/2005/8/layout/arrow4"/>
    <dgm:cxn modelId="{123AA44C-E7F3-4D30-9723-23F7518B0826}" type="presParOf" srcId="{0AB5857A-B45B-45B0-88B6-AB8CBFA138BC}" destId="{7A1266A8-C275-4DBF-A062-EB444C2CEBE3}" srcOrd="1" destOrd="0" presId="urn:microsoft.com/office/officeart/2005/8/layout/arrow4"/>
    <dgm:cxn modelId="{04E4D5B8-9965-48D2-9963-59F397D1CA9A}" type="presParOf" srcId="{0AB5857A-B45B-45B0-88B6-AB8CBFA138BC}" destId="{D8923DDB-37C5-4203-8AC3-BF787AE46FA7}" srcOrd="2" destOrd="0" presId="urn:microsoft.com/office/officeart/2005/8/layout/arrow4"/>
    <dgm:cxn modelId="{4F8CBE67-E102-4DDD-BA53-138E6151C82C}" type="presParOf" srcId="{0AB5857A-B45B-45B0-88B6-AB8CBFA138BC}" destId="{A085B49C-195A-4378-9CC1-686B552CE474}" srcOrd="3" destOrd="0" presId="urn:microsoft.com/office/officeart/2005/8/layout/arrow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D66203-E8AC-4644-9E96-D7BF455D02ED}">
      <dsp:nvSpPr>
        <dsp:cNvPr id="0" name=""/>
        <dsp:cNvSpPr/>
      </dsp:nvSpPr>
      <dsp:spPr>
        <a:xfrm>
          <a:off x="0" y="0"/>
          <a:ext cx="9945498" cy="1464789"/>
        </a:xfrm>
        <a:prstGeom prst="roundRect">
          <a:avLst>
            <a:gd name="adj" fmla="val 10000"/>
          </a:avLst>
        </a:prstGeom>
        <a:solidFill>
          <a:srgbClr val="F8FBFF"/>
        </a:solidFill>
        <a:ln>
          <a:solidFill>
            <a:srgbClr val="1565C0"/>
          </a:solid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defRPr cap="all"/>
          </a:pPr>
          <a:r>
            <a:rPr lang="en-US" sz="2200" b="1" kern="1200" cap="none" dirty="0">
              <a:solidFill>
                <a:schemeClr val="bg1"/>
              </a:solidFill>
            </a:rPr>
            <a:t>APNA SAHARA</a:t>
          </a:r>
          <a:r>
            <a:rPr lang="en-US" sz="2200" kern="1200" cap="none" dirty="0">
              <a:solidFill>
                <a:schemeClr val="bg1"/>
              </a:solidFill>
            </a:rPr>
            <a:t> aims to inspire a culture of generosity and social responsibility by ensuring that every contribution reaches the right people. Through meaningful connections and community support, we strive to create a positive impact and make every act of kindness count.</a:t>
          </a:r>
        </a:p>
      </dsp:txBody>
      <dsp:txXfrm>
        <a:off x="42902" y="42902"/>
        <a:ext cx="8364877" cy="1378985"/>
      </dsp:txXfrm>
    </dsp:sp>
    <dsp:sp modelId="{20754C7B-D959-414E-876E-C71993C1E89F}">
      <dsp:nvSpPr>
        <dsp:cNvPr id="0" name=""/>
        <dsp:cNvSpPr/>
      </dsp:nvSpPr>
      <dsp:spPr>
        <a:xfrm>
          <a:off x="877544" y="1708921"/>
          <a:ext cx="9945498" cy="1464789"/>
        </a:xfrm>
        <a:prstGeom prst="roundRect">
          <a:avLst>
            <a:gd name="adj" fmla="val 10000"/>
          </a:avLst>
        </a:prstGeom>
        <a:solidFill>
          <a:srgbClr val="F8FBFF"/>
        </a:solidFill>
        <a:ln>
          <a:solidFill>
            <a:srgbClr val="1565C0"/>
          </a:solid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defRPr cap="all"/>
          </a:pPr>
          <a:r>
            <a:rPr lang="en-US" sz="2200" kern="1200" cap="none" dirty="0">
              <a:solidFill>
                <a:schemeClr val="bg1"/>
              </a:solidFill>
            </a:rPr>
            <a:t>The platform enables users to donate essential items while helping organizations efficiently manage donations and support those in need.</a:t>
          </a:r>
        </a:p>
      </dsp:txBody>
      <dsp:txXfrm>
        <a:off x="920446" y="1751823"/>
        <a:ext cx="8030037" cy="1378985"/>
      </dsp:txXfrm>
    </dsp:sp>
    <dsp:sp modelId="{9DD45743-28CD-4087-81F1-7D31A4D641A7}">
      <dsp:nvSpPr>
        <dsp:cNvPr id="0" name=""/>
        <dsp:cNvSpPr/>
      </dsp:nvSpPr>
      <dsp:spPr>
        <a:xfrm>
          <a:off x="1755088" y="3417842"/>
          <a:ext cx="9945498" cy="1464789"/>
        </a:xfrm>
        <a:prstGeom prst="roundRect">
          <a:avLst>
            <a:gd name="adj" fmla="val 10000"/>
          </a:avLst>
        </a:prstGeom>
        <a:solidFill>
          <a:srgbClr val="F8FBFF"/>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defRPr cap="all"/>
          </a:pPr>
          <a:r>
            <a:rPr lang="en-US" sz="2200" kern="1200" cap="none" dirty="0">
              <a:solidFill>
                <a:schemeClr val="bg1"/>
              </a:solidFill>
            </a:rPr>
            <a:t>Guided by the motto, </a:t>
          </a:r>
          <a:r>
            <a:rPr lang="en-US" sz="2200" b="1" kern="1200" cap="none" dirty="0">
              <a:solidFill>
                <a:schemeClr val="bg1"/>
              </a:solidFill>
            </a:rPr>
            <a:t>"your kindness can change someone's world,"</a:t>
          </a:r>
          <a:r>
            <a:rPr lang="en-US" sz="2200" kern="1200" cap="none" dirty="0">
              <a:solidFill>
                <a:schemeClr val="bg1"/>
              </a:solidFill>
            </a:rPr>
            <a:t> </a:t>
          </a:r>
          <a:r>
            <a:rPr lang="en-US" sz="2200" b="1" kern="1200" cap="none" dirty="0">
              <a:solidFill>
                <a:schemeClr val="bg1"/>
              </a:solidFill>
            </a:rPr>
            <a:t>APNA SAHARA</a:t>
          </a:r>
          <a:r>
            <a:rPr lang="en-US" sz="2200" kern="1200" cap="none" dirty="0">
              <a:solidFill>
                <a:schemeClr val="bg1"/>
              </a:solidFill>
            </a:rPr>
            <a:t> promotes kindness, social responsibility, and community participation by ensuring every contribution creates a meaningful impact.</a:t>
          </a:r>
        </a:p>
      </dsp:txBody>
      <dsp:txXfrm>
        <a:off x="1797990" y="3460744"/>
        <a:ext cx="8030037" cy="1378985"/>
      </dsp:txXfrm>
    </dsp:sp>
    <dsp:sp modelId="{14EE1E83-EB3E-4AF0-9CDD-5B6AC8675C76}">
      <dsp:nvSpPr>
        <dsp:cNvPr id="0" name=""/>
        <dsp:cNvSpPr/>
      </dsp:nvSpPr>
      <dsp:spPr>
        <a:xfrm>
          <a:off x="8993385" y="1110798"/>
          <a:ext cx="952113" cy="952113"/>
        </a:xfrm>
        <a:prstGeom prst="downArrow">
          <a:avLst>
            <a:gd name="adj1" fmla="val 55000"/>
            <a:gd name="adj2" fmla="val 45000"/>
          </a:avLst>
        </a:prstGeom>
        <a:solidFill>
          <a:srgbClr val="42A5F5">
            <a:alpha val="89804"/>
          </a:srgbClr>
        </a:solidFill>
        <a:ln w="9525" cap="rnd" cmpd="sng" algn="ctr">
          <a:solidFill>
            <a:schemeClr val="accent2">
              <a:tint val="40000"/>
              <a:alpha val="90000"/>
              <a:hueOff val="0"/>
              <a:satOff val="0"/>
              <a:lumOff val="0"/>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01</a:t>
          </a:r>
        </a:p>
      </dsp:txBody>
      <dsp:txXfrm>
        <a:off x="9207610" y="1110798"/>
        <a:ext cx="523663" cy="716465"/>
      </dsp:txXfrm>
    </dsp:sp>
    <dsp:sp modelId="{4FAD6867-8A2E-43D8-8735-652D1477B426}">
      <dsp:nvSpPr>
        <dsp:cNvPr id="0" name=""/>
        <dsp:cNvSpPr/>
      </dsp:nvSpPr>
      <dsp:spPr>
        <a:xfrm>
          <a:off x="9870929" y="2809954"/>
          <a:ext cx="952113" cy="952113"/>
        </a:xfrm>
        <a:prstGeom prst="downArrow">
          <a:avLst>
            <a:gd name="adj1" fmla="val 55000"/>
            <a:gd name="adj2" fmla="val 45000"/>
          </a:avLst>
        </a:prstGeom>
        <a:solidFill>
          <a:srgbClr val="42A5F5">
            <a:alpha val="90000"/>
          </a:srgbClr>
        </a:solidFill>
        <a:ln w="9525" cap="rnd" cmpd="sng" algn="ctr">
          <a:solidFill>
            <a:schemeClr val="accent3">
              <a:tint val="40000"/>
              <a:alpha val="90000"/>
              <a:hueOff val="0"/>
              <a:satOff val="0"/>
              <a:lumOff val="0"/>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kern="1200" dirty="0"/>
            <a:t>02</a:t>
          </a:r>
        </a:p>
      </dsp:txBody>
      <dsp:txXfrm>
        <a:off x="10085154" y="2809954"/>
        <a:ext cx="523663" cy="7164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BE42BB-3232-4F8B-A2B7-415145B6B8B6}">
      <dsp:nvSpPr>
        <dsp:cNvPr id="0" name=""/>
        <dsp:cNvSpPr/>
      </dsp:nvSpPr>
      <dsp:spPr>
        <a:xfrm>
          <a:off x="10283" y="1211840"/>
          <a:ext cx="6147378" cy="2458951"/>
        </a:xfrm>
        <a:prstGeom prst="chevron">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defRPr cap="all"/>
          </a:pPr>
          <a:r>
            <a:rPr lang="en-US" sz="2000" kern="1200" cap="none" dirty="0">
              <a:solidFill>
                <a:srgbClr val="212121"/>
              </a:solidFill>
            </a:rPr>
            <a:t>Many people are willing to donate but often struggle to find trustworthy organizations and a simple way to contribute. At the same time, charitable organizations face challenges in managing donations, maintaining records, and communicating their needs.</a:t>
          </a:r>
        </a:p>
      </dsp:txBody>
      <dsp:txXfrm>
        <a:off x="1239759" y="1211840"/>
        <a:ext cx="3688427" cy="2458951"/>
      </dsp:txXfrm>
    </dsp:sp>
    <dsp:sp modelId="{57CDECD6-CE18-4F69-B581-CE25ED6EFB86}">
      <dsp:nvSpPr>
        <dsp:cNvPr id="0" name=""/>
        <dsp:cNvSpPr/>
      </dsp:nvSpPr>
      <dsp:spPr>
        <a:xfrm>
          <a:off x="5542924" y="1211840"/>
          <a:ext cx="6147378" cy="2458951"/>
        </a:xfrm>
        <a:prstGeom prst="chevron">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defRPr cap="all"/>
          </a:pPr>
          <a:r>
            <a:rPr lang="en-US" sz="2000" kern="1200" cap="none" dirty="0">
              <a:solidFill>
                <a:srgbClr val="212121"/>
              </a:solidFill>
            </a:rPr>
            <a:t>Traditional donation methods are often manual, leading to poor record management, limited transparency, and difficulties in tracking donations. These challenges reduce the overall efficiency of the donation process.</a:t>
          </a:r>
        </a:p>
      </dsp:txBody>
      <dsp:txXfrm>
        <a:off x="6772400" y="1211840"/>
        <a:ext cx="3688427" cy="24589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12CF00-92F3-490B-9052-4991B09581AE}">
      <dsp:nvSpPr>
        <dsp:cNvPr id="0" name=""/>
        <dsp:cNvSpPr/>
      </dsp:nvSpPr>
      <dsp:spPr>
        <a:xfrm>
          <a:off x="146257" y="194"/>
          <a:ext cx="4387720" cy="4387720"/>
        </a:xfrm>
        <a:prstGeom prst="ellipse">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defRPr cap="all"/>
          </a:pPr>
          <a:r>
            <a:rPr lang="en-US" sz="2000" b="1" kern="1200" cap="none" dirty="0">
              <a:solidFill>
                <a:srgbClr val="212121"/>
              </a:solidFill>
            </a:rPr>
            <a:t>APNA SAHARA</a:t>
          </a:r>
          <a:r>
            <a:rPr lang="en-US" sz="2000" kern="1200" cap="none" dirty="0">
              <a:solidFill>
                <a:srgbClr val="212121"/>
              </a:solidFill>
            </a:rPr>
            <a:t> provides a centralized and user-friendly platform that simplifies the donation process by connecting donors with charitable organizations. It enables users to donate essential items, maintain donation records, and track their contributions with ease.</a:t>
          </a:r>
        </a:p>
      </dsp:txBody>
      <dsp:txXfrm>
        <a:off x="788824" y="642761"/>
        <a:ext cx="3102586" cy="3102586"/>
      </dsp:txXfrm>
    </dsp:sp>
    <dsp:sp modelId="{242BFDB0-C217-4B09-B3B0-18571D35E889}">
      <dsp:nvSpPr>
        <dsp:cNvPr id="0" name=""/>
        <dsp:cNvSpPr/>
      </dsp:nvSpPr>
      <dsp:spPr>
        <a:xfrm>
          <a:off x="5192135" y="1377938"/>
          <a:ext cx="1395294" cy="1632231"/>
        </a:xfrm>
        <a:prstGeom prst="rightArrow">
          <a:avLst>
            <a:gd name="adj1" fmla="val 60000"/>
            <a:gd name="adj2" fmla="val 50000"/>
          </a:avLst>
        </a:prstGeom>
        <a:solidFill>
          <a:srgbClr val="42A5F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444750">
            <a:lnSpc>
              <a:spcPct val="90000"/>
            </a:lnSpc>
            <a:spcBef>
              <a:spcPct val="0"/>
            </a:spcBef>
            <a:spcAft>
              <a:spcPct val="35000"/>
            </a:spcAft>
            <a:buNone/>
          </a:pPr>
          <a:endParaRPr lang="en-US" sz="5500" kern="1200" dirty="0">
            <a:solidFill>
              <a:srgbClr val="212121"/>
            </a:solidFill>
          </a:endParaRPr>
        </a:p>
      </dsp:txBody>
      <dsp:txXfrm>
        <a:off x="5192135" y="1704384"/>
        <a:ext cx="976706" cy="979339"/>
      </dsp:txXfrm>
    </dsp:sp>
    <dsp:sp modelId="{717D5651-9E46-4CC6-95E5-5AB69E4012C1}">
      <dsp:nvSpPr>
        <dsp:cNvPr id="0" name=""/>
        <dsp:cNvSpPr/>
      </dsp:nvSpPr>
      <dsp:spPr>
        <a:xfrm>
          <a:off x="7166609" y="194"/>
          <a:ext cx="4387720" cy="4387720"/>
        </a:xfrm>
        <a:prstGeom prst="ellipse">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defRPr cap="all"/>
          </a:pPr>
          <a:r>
            <a:rPr lang="en-US" sz="2000" kern="1200" cap="none" dirty="0">
              <a:solidFill>
                <a:srgbClr val="212121"/>
              </a:solidFill>
            </a:rPr>
            <a:t>The platform also helps organizations manage donation requests and records efficiently, improving coordination, transparency, and accountability. By digitizing the entire process, it makes charitable giving more organized, reliable, and accessible for everyone.</a:t>
          </a:r>
        </a:p>
      </dsp:txBody>
      <dsp:txXfrm>
        <a:off x="7809176" y="642761"/>
        <a:ext cx="3102586" cy="31025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03AAD-A02B-4D26-A283-0EB3FB5A19A3}">
      <dsp:nvSpPr>
        <dsp:cNvPr id="0" name=""/>
        <dsp:cNvSpPr/>
      </dsp:nvSpPr>
      <dsp:spPr>
        <a:xfrm>
          <a:off x="5713" y="0"/>
          <a:ext cx="10520244" cy="3510487"/>
        </a:xfrm>
        <a:prstGeom prst="chevron">
          <a:avLst>
            <a:gd name="adj" fmla="val 40000"/>
          </a:avLst>
        </a:prstGeom>
        <a:solidFill>
          <a:srgbClr val="42A5F5"/>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sp>
    <dsp:sp modelId="{2199448B-D50F-49F7-A34F-A4C777AD8044}">
      <dsp:nvSpPr>
        <dsp:cNvPr id="0" name=""/>
        <dsp:cNvSpPr/>
      </dsp:nvSpPr>
      <dsp:spPr>
        <a:xfrm>
          <a:off x="2811111" y="877621"/>
          <a:ext cx="8883762" cy="3510487"/>
        </a:xfrm>
        <a:prstGeom prst="roundRect">
          <a:avLst>
            <a:gd name="adj" fmla="val 10000"/>
          </a:avLst>
        </a:prstGeom>
        <a:solidFill>
          <a:srgbClr val="F8FBFF">
            <a:alpha val="90000"/>
          </a:srgbClr>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defRPr cap="all"/>
          </a:pPr>
          <a:r>
            <a:rPr lang="en-US" sz="2000" kern="1200" cap="none" dirty="0">
              <a:solidFill>
                <a:srgbClr val="212121"/>
              </a:solidFill>
            </a:rPr>
            <a:t>To empower communities by creating a trusted donation ecosystem where every contribution brings hope, every donor inspires change, and every act of kindness transforms lives.</a:t>
          </a:r>
        </a:p>
      </dsp:txBody>
      <dsp:txXfrm>
        <a:off x="2913930" y="980440"/>
        <a:ext cx="8678124" cy="33048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02AF59-244D-46E3-A812-AB3E2E142A0A}">
      <dsp:nvSpPr>
        <dsp:cNvPr id="0" name=""/>
        <dsp:cNvSpPr/>
      </dsp:nvSpPr>
      <dsp:spPr>
        <a:xfrm>
          <a:off x="0" y="2172113"/>
          <a:ext cx="11653784" cy="43881"/>
        </a:xfrm>
        <a:prstGeom prst="rect">
          <a:avLst/>
        </a:prstGeom>
        <a:solidFill>
          <a:srgbClr val="42A5F5"/>
        </a:solidFill>
        <a:ln>
          <a:solidFill>
            <a:srgbClr val="42A5F5"/>
          </a:solidFill>
        </a:ln>
        <a:effectLst/>
      </dsp:spPr>
      <dsp:style>
        <a:lnRef idx="0">
          <a:scrgbClr r="0" g="0" b="0"/>
        </a:lnRef>
        <a:fillRef idx="1">
          <a:scrgbClr r="0" g="0" b="0"/>
        </a:fillRef>
        <a:effectRef idx="0">
          <a:scrgbClr r="0" g="0" b="0"/>
        </a:effectRef>
        <a:fontRef idx="minor"/>
      </dsp:style>
    </dsp:sp>
    <dsp:sp modelId="{33C7F690-7057-46E0-8B3E-B8710EA93BCE}">
      <dsp:nvSpPr>
        <dsp:cNvPr id="0" name=""/>
        <dsp:cNvSpPr/>
      </dsp:nvSpPr>
      <dsp:spPr>
        <a:xfrm>
          <a:off x="11437300" y="2018530"/>
          <a:ext cx="263286" cy="351048"/>
        </a:xfrm>
        <a:prstGeom prst="chevron">
          <a:avLst>
            <a:gd name="adj" fmla="val 75000"/>
          </a:avLst>
        </a:prstGeom>
        <a:solidFill>
          <a:srgbClr val="42A5F5"/>
        </a:solidFill>
        <a:ln>
          <a:noFill/>
        </a:ln>
        <a:effectLst/>
      </dsp:spPr>
      <dsp:style>
        <a:lnRef idx="0">
          <a:scrgbClr r="0" g="0" b="0"/>
        </a:lnRef>
        <a:fillRef idx="1">
          <a:scrgbClr r="0" g="0" b="0"/>
        </a:fillRef>
        <a:effectRef idx="0">
          <a:scrgbClr r="0" g="0" b="0"/>
        </a:effectRef>
        <a:fontRef idx="minor"/>
      </dsp:style>
    </dsp:sp>
    <dsp:sp modelId="{D2A08B11-2AD8-4682-801B-7521FCC05779}">
      <dsp:nvSpPr>
        <dsp:cNvPr id="0" name=""/>
        <dsp:cNvSpPr/>
      </dsp:nvSpPr>
      <dsp:spPr>
        <a:xfrm>
          <a:off x="563106" y="1103247"/>
          <a:ext cx="2774033" cy="967382"/>
        </a:xfrm>
        <a:prstGeom prst="rect">
          <a:avLst/>
        </a:prstGeom>
        <a:noFill/>
        <a:ln>
          <a:noFill/>
        </a:ln>
        <a:effectLst/>
      </dsp:spPr>
      <dsp:style>
        <a:lnRef idx="0">
          <a:scrgbClr r="0" g="0" b="0"/>
        </a:lnRef>
        <a:fillRef idx="0">
          <a:scrgbClr r="0" g="0" b="0"/>
        </a:fillRef>
        <a:effectRef idx="0">
          <a:scrgbClr r="0" g="0" b="0"/>
        </a:effectRef>
        <a:fontRef idx="minor"/>
      </dsp:style>
    </dsp:sp>
    <dsp:sp modelId="{76985C0C-BADC-485E-B1E0-97286D6EAF7E}">
      <dsp:nvSpPr>
        <dsp:cNvPr id="0" name=""/>
        <dsp:cNvSpPr/>
      </dsp:nvSpPr>
      <dsp:spPr>
        <a:xfrm>
          <a:off x="563106" y="602877"/>
          <a:ext cx="2774033" cy="500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solidFill>
                <a:srgbClr val="212121"/>
              </a:solidFill>
            </a:rPr>
            <a:t>To develop a secure and user-friendly charity donation management platform.</a:t>
          </a:r>
          <a:endParaRPr lang="en-US" sz="2000" kern="1200" cap="none" dirty="0">
            <a:solidFill>
              <a:srgbClr val="212121"/>
            </a:solidFill>
          </a:endParaRPr>
        </a:p>
      </dsp:txBody>
      <dsp:txXfrm>
        <a:off x="563106" y="602877"/>
        <a:ext cx="2774033" cy="500370"/>
      </dsp:txXfrm>
    </dsp:sp>
    <dsp:sp modelId="{E081B936-FE5B-4575-94DF-8676BB137578}">
      <dsp:nvSpPr>
        <dsp:cNvPr id="0" name=""/>
        <dsp:cNvSpPr/>
      </dsp:nvSpPr>
      <dsp:spPr>
        <a:xfrm>
          <a:off x="264714" y="569519"/>
          <a:ext cx="35104" cy="1634542"/>
        </a:xfrm>
        <a:prstGeom prst="rect">
          <a:avLst/>
        </a:prstGeom>
        <a:solidFill>
          <a:srgbClr val="42A5F5"/>
        </a:solidFill>
        <a:ln>
          <a:solidFill>
            <a:srgbClr val="42A5F5"/>
          </a:solidFill>
        </a:ln>
        <a:effectLst/>
      </dsp:spPr>
      <dsp:style>
        <a:lnRef idx="0">
          <a:scrgbClr r="0" g="0" b="0"/>
        </a:lnRef>
        <a:fillRef idx="1">
          <a:scrgbClr r="0" g="0" b="0"/>
        </a:fillRef>
        <a:effectRef idx="0">
          <a:scrgbClr r="0" g="0" b="0"/>
        </a:effectRef>
        <a:fontRef idx="minor"/>
      </dsp:style>
    </dsp:sp>
    <dsp:sp modelId="{2942EAB3-8DEE-4F78-A61A-99B7714430D7}">
      <dsp:nvSpPr>
        <dsp:cNvPr id="0" name=""/>
        <dsp:cNvSpPr/>
      </dsp:nvSpPr>
      <dsp:spPr>
        <a:xfrm>
          <a:off x="2234210" y="3022064"/>
          <a:ext cx="2774033" cy="804058"/>
        </a:xfrm>
        <a:prstGeom prst="rect">
          <a:avLst/>
        </a:prstGeom>
        <a:noFill/>
        <a:ln>
          <a:noFill/>
        </a:ln>
        <a:effectLst/>
      </dsp:spPr>
      <dsp:style>
        <a:lnRef idx="0">
          <a:scrgbClr r="0" g="0" b="0"/>
        </a:lnRef>
        <a:fillRef idx="0">
          <a:scrgbClr r="0" g="0" b="0"/>
        </a:fillRef>
        <a:effectRef idx="0">
          <a:scrgbClr r="0" g="0" b="0"/>
        </a:effectRef>
        <a:fontRef idx="minor"/>
      </dsp:style>
    </dsp:sp>
    <dsp:sp modelId="{A35328CB-DEB6-4797-B5EC-13C014338A29}">
      <dsp:nvSpPr>
        <dsp:cNvPr id="0" name=""/>
        <dsp:cNvSpPr/>
      </dsp:nvSpPr>
      <dsp:spPr>
        <a:xfrm>
          <a:off x="2234210" y="2491727"/>
          <a:ext cx="2774033" cy="53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solidFill>
                <a:srgbClr val="212121"/>
              </a:solidFill>
            </a:rPr>
            <a:t>To simplify the donation process for donors and charitable organizations.</a:t>
          </a:r>
          <a:endParaRPr lang="en-US" sz="2000" kern="1200" cap="none" dirty="0">
            <a:solidFill>
              <a:srgbClr val="212121"/>
            </a:solidFill>
          </a:endParaRPr>
        </a:p>
      </dsp:txBody>
      <dsp:txXfrm>
        <a:off x="2234210" y="2491727"/>
        <a:ext cx="2774033" cy="530336"/>
      </dsp:txXfrm>
    </dsp:sp>
    <dsp:sp modelId="{ACDD0547-3461-4C01-BE06-6CCE2F0308D7}">
      <dsp:nvSpPr>
        <dsp:cNvPr id="0" name=""/>
        <dsp:cNvSpPr/>
      </dsp:nvSpPr>
      <dsp:spPr>
        <a:xfrm>
          <a:off x="1935819" y="2183789"/>
          <a:ext cx="35104" cy="1676548"/>
        </a:xfrm>
        <a:prstGeom prst="rect">
          <a:avLst/>
        </a:prstGeom>
        <a:solidFill>
          <a:srgbClr val="42A5F5"/>
        </a:solidFill>
        <a:ln>
          <a:solidFill>
            <a:srgbClr val="42A5F5"/>
          </a:solidFill>
        </a:ln>
        <a:effectLst/>
      </dsp:spPr>
      <dsp:style>
        <a:lnRef idx="0">
          <a:scrgbClr r="0" g="0" b="0"/>
        </a:lnRef>
        <a:fillRef idx="1">
          <a:scrgbClr r="0" g="0" b="0"/>
        </a:fillRef>
        <a:effectRef idx="0">
          <a:scrgbClr r="0" g="0" b="0"/>
        </a:effectRef>
        <a:fontRef idx="minor"/>
      </dsp:style>
    </dsp:sp>
    <dsp:sp modelId="{8C0D551D-CCC3-4FAE-B420-F7FFB6733992}">
      <dsp:nvSpPr>
        <dsp:cNvPr id="0" name=""/>
        <dsp:cNvSpPr/>
      </dsp:nvSpPr>
      <dsp:spPr>
        <a:xfrm>
          <a:off x="190994" y="482788"/>
          <a:ext cx="182545" cy="173461"/>
        </a:xfrm>
        <a:prstGeom prst="ellipse">
          <a:avLst/>
        </a:prstGeom>
        <a:solidFill>
          <a:srgbClr val="42A5F5"/>
        </a:solidFill>
        <a:ln w="15875" cap="rnd" cmpd="sng" algn="ctr">
          <a:solidFill>
            <a:srgbClr val="42A5F5"/>
          </a:solidFill>
          <a:prstDash val="solid"/>
        </a:ln>
        <a:effectLst/>
      </dsp:spPr>
      <dsp:style>
        <a:lnRef idx="2">
          <a:scrgbClr r="0" g="0" b="0"/>
        </a:lnRef>
        <a:fillRef idx="1">
          <a:scrgbClr r="0" g="0" b="0"/>
        </a:fillRef>
        <a:effectRef idx="0">
          <a:scrgbClr r="0" g="0" b="0"/>
        </a:effectRef>
        <a:fontRef idx="minor">
          <a:schemeClr val="lt1"/>
        </a:fontRef>
      </dsp:style>
    </dsp:sp>
    <dsp:sp modelId="{3A5A1158-C268-4595-B329-E8BACF364185}">
      <dsp:nvSpPr>
        <dsp:cNvPr id="0" name=""/>
        <dsp:cNvSpPr/>
      </dsp:nvSpPr>
      <dsp:spPr>
        <a:xfrm>
          <a:off x="1862098" y="3771378"/>
          <a:ext cx="182545" cy="177919"/>
        </a:xfrm>
        <a:prstGeom prst="ellipse">
          <a:avLst/>
        </a:prstGeom>
        <a:solidFill>
          <a:srgbClr val="42A5F5"/>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2BD406-FBC8-4C86-9C86-FF6E15DBBB4C}">
      <dsp:nvSpPr>
        <dsp:cNvPr id="0" name=""/>
        <dsp:cNvSpPr/>
      </dsp:nvSpPr>
      <dsp:spPr>
        <a:xfrm>
          <a:off x="3905314" y="1103247"/>
          <a:ext cx="2774033" cy="967382"/>
        </a:xfrm>
        <a:prstGeom prst="rect">
          <a:avLst/>
        </a:prstGeom>
        <a:noFill/>
        <a:ln>
          <a:noFill/>
        </a:ln>
        <a:effectLst/>
      </dsp:spPr>
      <dsp:style>
        <a:lnRef idx="0">
          <a:scrgbClr r="0" g="0" b="0"/>
        </a:lnRef>
        <a:fillRef idx="0">
          <a:scrgbClr r="0" g="0" b="0"/>
        </a:fillRef>
        <a:effectRef idx="0">
          <a:scrgbClr r="0" g="0" b="0"/>
        </a:effectRef>
        <a:fontRef idx="minor"/>
      </dsp:style>
    </dsp:sp>
    <dsp:sp modelId="{F85C54B8-8FEB-4406-B8D3-6E2DFD535397}">
      <dsp:nvSpPr>
        <dsp:cNvPr id="0" name=""/>
        <dsp:cNvSpPr/>
      </dsp:nvSpPr>
      <dsp:spPr>
        <a:xfrm>
          <a:off x="3905314" y="602877"/>
          <a:ext cx="2774033" cy="500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solidFill>
                <a:srgbClr val="212121"/>
              </a:solidFill>
            </a:rPr>
            <a:t>To provide a transparent system for managing and tracking donations.</a:t>
          </a:r>
          <a:endParaRPr lang="en-US" sz="2000" kern="1200" cap="none" dirty="0">
            <a:solidFill>
              <a:srgbClr val="212121"/>
            </a:solidFill>
          </a:endParaRPr>
        </a:p>
      </dsp:txBody>
      <dsp:txXfrm>
        <a:off x="3905314" y="602877"/>
        <a:ext cx="2774033" cy="500370"/>
      </dsp:txXfrm>
    </dsp:sp>
    <dsp:sp modelId="{0EF1832A-1016-477E-99D2-C4D8AF333BF1}">
      <dsp:nvSpPr>
        <dsp:cNvPr id="0" name=""/>
        <dsp:cNvSpPr/>
      </dsp:nvSpPr>
      <dsp:spPr>
        <a:xfrm>
          <a:off x="3606923" y="569519"/>
          <a:ext cx="35104" cy="1634542"/>
        </a:xfrm>
        <a:prstGeom prst="rect">
          <a:avLst/>
        </a:prstGeom>
        <a:solidFill>
          <a:srgbClr val="42A5F5"/>
        </a:solidFill>
        <a:ln>
          <a:solidFill>
            <a:srgbClr val="42A5F5"/>
          </a:solidFill>
        </a:ln>
        <a:effectLst/>
      </dsp:spPr>
      <dsp:style>
        <a:lnRef idx="0">
          <a:scrgbClr r="0" g="0" b="0"/>
        </a:lnRef>
        <a:fillRef idx="1">
          <a:scrgbClr r="0" g="0" b="0"/>
        </a:fillRef>
        <a:effectRef idx="0">
          <a:scrgbClr r="0" g="0" b="0"/>
        </a:effectRef>
        <a:fontRef idx="minor"/>
      </dsp:style>
    </dsp:sp>
    <dsp:sp modelId="{0ABC6B6F-3FF7-4912-9E1E-D2FDCF020B86}">
      <dsp:nvSpPr>
        <dsp:cNvPr id="0" name=""/>
        <dsp:cNvSpPr/>
      </dsp:nvSpPr>
      <dsp:spPr>
        <a:xfrm>
          <a:off x="5576419" y="3022064"/>
          <a:ext cx="2774033" cy="804058"/>
        </a:xfrm>
        <a:prstGeom prst="rect">
          <a:avLst/>
        </a:prstGeom>
        <a:noFill/>
        <a:ln>
          <a:noFill/>
        </a:ln>
        <a:effectLst/>
      </dsp:spPr>
      <dsp:style>
        <a:lnRef idx="0">
          <a:scrgbClr r="0" g="0" b="0"/>
        </a:lnRef>
        <a:fillRef idx="0">
          <a:scrgbClr r="0" g="0" b="0"/>
        </a:fillRef>
        <a:effectRef idx="0">
          <a:scrgbClr r="0" g="0" b="0"/>
        </a:effectRef>
        <a:fontRef idx="minor"/>
      </dsp:style>
    </dsp:sp>
    <dsp:sp modelId="{330E82B7-D316-4E70-946B-6BE4087DA1D4}">
      <dsp:nvSpPr>
        <dsp:cNvPr id="0" name=""/>
        <dsp:cNvSpPr/>
      </dsp:nvSpPr>
      <dsp:spPr>
        <a:xfrm>
          <a:off x="5576419" y="2491727"/>
          <a:ext cx="2774033" cy="53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solidFill>
                <a:srgbClr val="212121"/>
              </a:solidFill>
            </a:rPr>
            <a:t>To maintain accurate records of donors, organizations, and donation activities.</a:t>
          </a:r>
          <a:endParaRPr lang="en-US" sz="2000" kern="1200" cap="none" dirty="0">
            <a:solidFill>
              <a:srgbClr val="212121"/>
            </a:solidFill>
          </a:endParaRPr>
        </a:p>
      </dsp:txBody>
      <dsp:txXfrm>
        <a:off x="5576419" y="2491727"/>
        <a:ext cx="2774033" cy="530336"/>
      </dsp:txXfrm>
    </dsp:sp>
    <dsp:sp modelId="{A959610D-ADD7-4147-94A1-E4E56E704BE8}">
      <dsp:nvSpPr>
        <dsp:cNvPr id="0" name=""/>
        <dsp:cNvSpPr/>
      </dsp:nvSpPr>
      <dsp:spPr>
        <a:xfrm>
          <a:off x="5278027" y="2183789"/>
          <a:ext cx="35104" cy="1676548"/>
        </a:xfrm>
        <a:prstGeom prst="rect">
          <a:avLst/>
        </a:prstGeom>
        <a:solidFill>
          <a:srgbClr val="42A5F5"/>
        </a:solidFill>
        <a:ln>
          <a:noFill/>
        </a:ln>
        <a:effectLst/>
      </dsp:spPr>
      <dsp:style>
        <a:lnRef idx="0">
          <a:scrgbClr r="0" g="0" b="0"/>
        </a:lnRef>
        <a:fillRef idx="1">
          <a:scrgbClr r="0" g="0" b="0"/>
        </a:fillRef>
        <a:effectRef idx="0">
          <a:scrgbClr r="0" g="0" b="0"/>
        </a:effectRef>
        <a:fontRef idx="minor"/>
      </dsp:style>
    </dsp:sp>
    <dsp:sp modelId="{489928C4-C890-47B7-835E-28F5BA6032F3}">
      <dsp:nvSpPr>
        <dsp:cNvPr id="0" name=""/>
        <dsp:cNvSpPr/>
      </dsp:nvSpPr>
      <dsp:spPr>
        <a:xfrm>
          <a:off x="3533203" y="482788"/>
          <a:ext cx="182545" cy="173461"/>
        </a:xfrm>
        <a:prstGeom prst="ellipse">
          <a:avLst/>
        </a:prstGeom>
        <a:solidFill>
          <a:srgbClr val="42A5F5"/>
        </a:solidFill>
        <a:ln w="15875" cap="rnd" cmpd="sng" algn="ctr">
          <a:solidFill>
            <a:srgbClr val="42A5F5"/>
          </a:solidFill>
          <a:prstDash val="solid"/>
        </a:ln>
        <a:effectLst/>
      </dsp:spPr>
      <dsp:style>
        <a:lnRef idx="2">
          <a:scrgbClr r="0" g="0" b="0"/>
        </a:lnRef>
        <a:fillRef idx="1">
          <a:scrgbClr r="0" g="0" b="0"/>
        </a:fillRef>
        <a:effectRef idx="0">
          <a:scrgbClr r="0" g="0" b="0"/>
        </a:effectRef>
        <a:fontRef idx="minor">
          <a:schemeClr val="lt1"/>
        </a:fontRef>
      </dsp:style>
    </dsp:sp>
    <dsp:sp modelId="{F6437BC8-5C83-4288-8608-C3DF03ADA40E}">
      <dsp:nvSpPr>
        <dsp:cNvPr id="0" name=""/>
        <dsp:cNvSpPr/>
      </dsp:nvSpPr>
      <dsp:spPr>
        <a:xfrm>
          <a:off x="5204307" y="3771378"/>
          <a:ext cx="182545" cy="177919"/>
        </a:xfrm>
        <a:prstGeom prst="ellipse">
          <a:avLst/>
        </a:prstGeom>
        <a:solidFill>
          <a:srgbClr val="42A5F5"/>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23A69D-842E-4808-BD6D-CEA79BF61D50}">
      <dsp:nvSpPr>
        <dsp:cNvPr id="0" name=""/>
        <dsp:cNvSpPr/>
      </dsp:nvSpPr>
      <dsp:spPr>
        <a:xfrm>
          <a:off x="7247523" y="1103247"/>
          <a:ext cx="2774033" cy="967382"/>
        </a:xfrm>
        <a:prstGeom prst="rect">
          <a:avLst/>
        </a:prstGeom>
        <a:noFill/>
        <a:ln>
          <a:noFill/>
        </a:ln>
        <a:effectLst/>
      </dsp:spPr>
      <dsp:style>
        <a:lnRef idx="0">
          <a:scrgbClr r="0" g="0" b="0"/>
        </a:lnRef>
        <a:fillRef idx="0">
          <a:scrgbClr r="0" g="0" b="0"/>
        </a:fillRef>
        <a:effectRef idx="0">
          <a:scrgbClr r="0" g="0" b="0"/>
        </a:effectRef>
        <a:fontRef idx="minor"/>
      </dsp:style>
    </dsp:sp>
    <dsp:sp modelId="{8AEEF51C-AE44-4285-A4B4-F8F1E46437AC}">
      <dsp:nvSpPr>
        <dsp:cNvPr id="0" name=""/>
        <dsp:cNvSpPr/>
      </dsp:nvSpPr>
      <dsp:spPr>
        <a:xfrm>
          <a:off x="7247523" y="602877"/>
          <a:ext cx="2774033" cy="500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a:solidFill>
                <a:srgbClr val="212121"/>
              </a:solidFill>
            </a:rPr>
            <a:t>To improve coordination and communication between donors and charitable organizations.</a:t>
          </a:r>
          <a:endParaRPr lang="en-US" sz="2000" kern="1200" cap="none" dirty="0">
            <a:solidFill>
              <a:srgbClr val="212121"/>
            </a:solidFill>
          </a:endParaRPr>
        </a:p>
      </dsp:txBody>
      <dsp:txXfrm>
        <a:off x="7247523" y="602877"/>
        <a:ext cx="2774033" cy="500370"/>
      </dsp:txXfrm>
    </dsp:sp>
    <dsp:sp modelId="{9BC94A5B-BCD6-48D9-9FE1-1CCA9779D3A2}">
      <dsp:nvSpPr>
        <dsp:cNvPr id="0" name=""/>
        <dsp:cNvSpPr/>
      </dsp:nvSpPr>
      <dsp:spPr>
        <a:xfrm>
          <a:off x="6949132" y="569519"/>
          <a:ext cx="35104" cy="1634542"/>
        </a:xfrm>
        <a:prstGeom prst="rect">
          <a:avLst/>
        </a:prstGeom>
        <a:solidFill>
          <a:srgbClr val="42A5F5"/>
        </a:solidFill>
        <a:ln>
          <a:noFill/>
        </a:ln>
        <a:effectLst/>
      </dsp:spPr>
      <dsp:style>
        <a:lnRef idx="0">
          <a:scrgbClr r="0" g="0" b="0"/>
        </a:lnRef>
        <a:fillRef idx="1">
          <a:scrgbClr r="0" g="0" b="0"/>
        </a:fillRef>
        <a:effectRef idx="0">
          <a:scrgbClr r="0" g="0" b="0"/>
        </a:effectRef>
        <a:fontRef idx="minor"/>
      </dsp:style>
    </dsp:sp>
    <dsp:sp modelId="{0C8ECA4D-60E7-4C52-B83C-4E09B1813550}">
      <dsp:nvSpPr>
        <dsp:cNvPr id="0" name=""/>
        <dsp:cNvSpPr/>
      </dsp:nvSpPr>
      <dsp:spPr>
        <a:xfrm>
          <a:off x="8918627" y="3022064"/>
          <a:ext cx="2774033" cy="804058"/>
        </a:xfrm>
        <a:prstGeom prst="rect">
          <a:avLst/>
        </a:prstGeom>
        <a:noFill/>
        <a:ln>
          <a:noFill/>
        </a:ln>
        <a:effectLst/>
      </dsp:spPr>
      <dsp:style>
        <a:lnRef idx="0">
          <a:scrgbClr r="0" g="0" b="0"/>
        </a:lnRef>
        <a:fillRef idx="0">
          <a:scrgbClr r="0" g="0" b="0"/>
        </a:fillRef>
        <a:effectRef idx="0">
          <a:scrgbClr r="0" g="0" b="0"/>
        </a:effectRef>
        <a:fontRef idx="minor"/>
      </dsp:style>
    </dsp:sp>
    <dsp:sp modelId="{E927DE29-97C9-424E-A5D3-61AF4006972E}">
      <dsp:nvSpPr>
        <dsp:cNvPr id="0" name=""/>
        <dsp:cNvSpPr/>
      </dsp:nvSpPr>
      <dsp:spPr>
        <a:xfrm>
          <a:off x="8918627" y="2491727"/>
          <a:ext cx="2774033" cy="530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en-US" sz="2000" kern="1200" dirty="0">
              <a:solidFill>
                <a:srgbClr val="212121"/>
              </a:solidFill>
            </a:rPr>
            <a:t>To encourage community participation and promote the spirit of helping those in need.</a:t>
          </a:r>
          <a:endParaRPr lang="en-US" sz="2000" kern="1200" cap="none" dirty="0">
            <a:solidFill>
              <a:srgbClr val="212121"/>
            </a:solidFill>
          </a:endParaRPr>
        </a:p>
      </dsp:txBody>
      <dsp:txXfrm>
        <a:off x="8918627" y="2491727"/>
        <a:ext cx="2774033" cy="530336"/>
      </dsp:txXfrm>
    </dsp:sp>
    <dsp:sp modelId="{7A49C6B2-CA37-45C4-B24A-3C09F120BB45}">
      <dsp:nvSpPr>
        <dsp:cNvPr id="0" name=""/>
        <dsp:cNvSpPr/>
      </dsp:nvSpPr>
      <dsp:spPr>
        <a:xfrm>
          <a:off x="8620236" y="2183789"/>
          <a:ext cx="35104" cy="1676548"/>
        </a:xfrm>
        <a:prstGeom prst="rect">
          <a:avLst/>
        </a:prstGeom>
        <a:solidFill>
          <a:srgbClr val="42A5F5"/>
        </a:solidFill>
        <a:ln>
          <a:noFill/>
        </a:ln>
        <a:effectLst/>
      </dsp:spPr>
      <dsp:style>
        <a:lnRef idx="0">
          <a:scrgbClr r="0" g="0" b="0"/>
        </a:lnRef>
        <a:fillRef idx="1">
          <a:scrgbClr r="0" g="0" b="0"/>
        </a:fillRef>
        <a:effectRef idx="0">
          <a:scrgbClr r="0" g="0" b="0"/>
        </a:effectRef>
        <a:fontRef idx="minor"/>
      </dsp:style>
    </dsp:sp>
    <dsp:sp modelId="{BF22464D-65F6-4F59-9F16-09D1B3333077}">
      <dsp:nvSpPr>
        <dsp:cNvPr id="0" name=""/>
        <dsp:cNvSpPr/>
      </dsp:nvSpPr>
      <dsp:spPr>
        <a:xfrm>
          <a:off x="6875411" y="482788"/>
          <a:ext cx="182545" cy="173461"/>
        </a:xfrm>
        <a:prstGeom prst="ellipse">
          <a:avLst/>
        </a:prstGeom>
        <a:solidFill>
          <a:srgbClr val="42A5F5"/>
        </a:solidFill>
        <a:ln w="15875" cap="rnd" cmpd="sng" algn="ctr">
          <a:solidFill>
            <a:srgbClr val="42A5F5"/>
          </a:solidFill>
          <a:prstDash val="solid"/>
        </a:ln>
        <a:effectLst/>
      </dsp:spPr>
      <dsp:style>
        <a:lnRef idx="2">
          <a:scrgbClr r="0" g="0" b="0"/>
        </a:lnRef>
        <a:fillRef idx="1">
          <a:scrgbClr r="0" g="0" b="0"/>
        </a:fillRef>
        <a:effectRef idx="0">
          <a:scrgbClr r="0" g="0" b="0"/>
        </a:effectRef>
        <a:fontRef idx="minor">
          <a:schemeClr val="lt1"/>
        </a:fontRef>
      </dsp:style>
    </dsp:sp>
    <dsp:sp modelId="{645D8143-6BEB-49CB-9730-564EE3066F18}">
      <dsp:nvSpPr>
        <dsp:cNvPr id="0" name=""/>
        <dsp:cNvSpPr/>
      </dsp:nvSpPr>
      <dsp:spPr>
        <a:xfrm>
          <a:off x="8546516" y="3771378"/>
          <a:ext cx="182545" cy="177919"/>
        </a:xfrm>
        <a:prstGeom prst="ellipse">
          <a:avLst/>
        </a:prstGeom>
        <a:solidFill>
          <a:srgbClr val="42A5F5"/>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60B0E7-5B99-4E47-AC9B-562689FF11AE}">
      <dsp:nvSpPr>
        <dsp:cNvPr id="0" name=""/>
        <dsp:cNvSpPr/>
      </dsp:nvSpPr>
      <dsp:spPr>
        <a:xfrm>
          <a:off x="288515" y="3051"/>
          <a:ext cx="1685387" cy="1011232"/>
        </a:xfrm>
        <a:prstGeom prst="roundRect">
          <a:avLst>
            <a:gd name="adj" fmla="val 10000"/>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212121"/>
              </a:solidFill>
            </a:rPr>
            <a:t>User Registration &amp; Login</a:t>
          </a:r>
          <a:endParaRPr lang="en-US" sz="2000" kern="1200" cap="none" dirty="0">
            <a:solidFill>
              <a:srgbClr val="212121"/>
            </a:solidFill>
          </a:endParaRPr>
        </a:p>
      </dsp:txBody>
      <dsp:txXfrm>
        <a:off x="318133" y="32669"/>
        <a:ext cx="1626151" cy="951996"/>
      </dsp:txXfrm>
    </dsp:sp>
    <dsp:sp modelId="{2B637F03-B690-40D7-89D2-DDC2583C69C2}">
      <dsp:nvSpPr>
        <dsp:cNvPr id="0" name=""/>
        <dsp:cNvSpPr/>
      </dsp:nvSpPr>
      <dsp:spPr>
        <a:xfrm>
          <a:off x="2122216" y="299679"/>
          <a:ext cx="357302" cy="417976"/>
        </a:xfrm>
        <a:prstGeom prst="rightArrow">
          <a:avLst>
            <a:gd name="adj1" fmla="val 60000"/>
            <a:gd name="adj2" fmla="val 50000"/>
          </a:avLst>
        </a:prstGeom>
        <a:solidFill>
          <a:srgbClr val="42A5F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a:off x="2122216" y="383274"/>
        <a:ext cx="250111" cy="250786"/>
      </dsp:txXfrm>
    </dsp:sp>
    <dsp:sp modelId="{35911048-EC79-4070-9A22-AEADFA90A02A}">
      <dsp:nvSpPr>
        <dsp:cNvPr id="0" name=""/>
        <dsp:cNvSpPr/>
      </dsp:nvSpPr>
      <dsp:spPr>
        <a:xfrm>
          <a:off x="2648057" y="3051"/>
          <a:ext cx="1685387" cy="1011232"/>
        </a:xfrm>
        <a:prstGeom prst="roundRect">
          <a:avLst>
            <a:gd name="adj" fmla="val 10000"/>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212121"/>
              </a:solidFill>
            </a:rPr>
            <a:t>Donation Request Management</a:t>
          </a:r>
          <a:endParaRPr lang="en-US" sz="2000" kern="1200" cap="none" dirty="0">
            <a:solidFill>
              <a:srgbClr val="212121"/>
            </a:solidFill>
          </a:endParaRPr>
        </a:p>
      </dsp:txBody>
      <dsp:txXfrm>
        <a:off x="2677675" y="32669"/>
        <a:ext cx="1626151" cy="951996"/>
      </dsp:txXfrm>
    </dsp:sp>
    <dsp:sp modelId="{194CA6F8-E26B-496D-8646-3EBA192C9F06}">
      <dsp:nvSpPr>
        <dsp:cNvPr id="0" name=""/>
        <dsp:cNvSpPr/>
      </dsp:nvSpPr>
      <dsp:spPr>
        <a:xfrm>
          <a:off x="4481759" y="299679"/>
          <a:ext cx="357302" cy="417976"/>
        </a:xfrm>
        <a:prstGeom prst="rightArrow">
          <a:avLst>
            <a:gd name="adj1" fmla="val 60000"/>
            <a:gd name="adj2" fmla="val 50000"/>
          </a:avLst>
        </a:prstGeom>
        <a:solidFill>
          <a:srgbClr val="42A5F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481759" y="383274"/>
        <a:ext cx="250111" cy="250786"/>
      </dsp:txXfrm>
    </dsp:sp>
    <dsp:sp modelId="{D578B95D-51D9-4C79-B20C-EE0535FFA9C5}">
      <dsp:nvSpPr>
        <dsp:cNvPr id="0" name=""/>
        <dsp:cNvSpPr/>
      </dsp:nvSpPr>
      <dsp:spPr>
        <a:xfrm>
          <a:off x="5007599" y="3051"/>
          <a:ext cx="1685387" cy="1011232"/>
        </a:xfrm>
        <a:prstGeom prst="roundRect">
          <a:avLst>
            <a:gd name="adj" fmla="val 10000"/>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212121"/>
              </a:solidFill>
            </a:rPr>
            <a:t>Role-Based Authentication</a:t>
          </a:r>
          <a:endParaRPr lang="en-US" sz="2000" kern="1200" cap="none" dirty="0">
            <a:solidFill>
              <a:srgbClr val="212121"/>
            </a:solidFill>
          </a:endParaRPr>
        </a:p>
      </dsp:txBody>
      <dsp:txXfrm>
        <a:off x="5037217" y="32669"/>
        <a:ext cx="1626151" cy="951996"/>
      </dsp:txXfrm>
    </dsp:sp>
    <dsp:sp modelId="{AD31C0C0-AB95-4DFF-9BDE-9E3446E637AD}">
      <dsp:nvSpPr>
        <dsp:cNvPr id="0" name=""/>
        <dsp:cNvSpPr/>
      </dsp:nvSpPr>
      <dsp:spPr>
        <a:xfrm>
          <a:off x="6841301" y="299679"/>
          <a:ext cx="357302" cy="417976"/>
        </a:xfrm>
        <a:prstGeom prst="rightArrow">
          <a:avLst>
            <a:gd name="adj1" fmla="val 60000"/>
            <a:gd name="adj2" fmla="val 50000"/>
          </a:avLst>
        </a:prstGeom>
        <a:solidFill>
          <a:srgbClr val="42A5F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6841301" y="383274"/>
        <a:ext cx="250111" cy="250786"/>
      </dsp:txXfrm>
    </dsp:sp>
    <dsp:sp modelId="{EB016758-F80A-4708-AD53-072E06E74ED2}">
      <dsp:nvSpPr>
        <dsp:cNvPr id="0" name=""/>
        <dsp:cNvSpPr/>
      </dsp:nvSpPr>
      <dsp:spPr>
        <a:xfrm>
          <a:off x="7367142" y="3051"/>
          <a:ext cx="1685387" cy="1011232"/>
        </a:xfrm>
        <a:prstGeom prst="roundRect">
          <a:avLst>
            <a:gd name="adj" fmla="val 10000"/>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212121"/>
              </a:solidFill>
            </a:rPr>
            <a:t>Organization &amp; Donor Management</a:t>
          </a:r>
          <a:endParaRPr lang="en-US" sz="2000" kern="1200" cap="none" dirty="0">
            <a:solidFill>
              <a:srgbClr val="212121"/>
            </a:solidFill>
          </a:endParaRPr>
        </a:p>
      </dsp:txBody>
      <dsp:txXfrm>
        <a:off x="7396760" y="32669"/>
        <a:ext cx="1626151" cy="951996"/>
      </dsp:txXfrm>
    </dsp:sp>
    <dsp:sp modelId="{AD02B45E-8819-4856-ABCB-8B2A1C8BCB03}">
      <dsp:nvSpPr>
        <dsp:cNvPr id="0" name=""/>
        <dsp:cNvSpPr/>
      </dsp:nvSpPr>
      <dsp:spPr>
        <a:xfrm>
          <a:off x="9200843" y="299679"/>
          <a:ext cx="357302" cy="417976"/>
        </a:xfrm>
        <a:prstGeom prst="rightArrow">
          <a:avLst>
            <a:gd name="adj1" fmla="val 60000"/>
            <a:gd name="adj2" fmla="val 50000"/>
          </a:avLst>
        </a:prstGeom>
        <a:solidFill>
          <a:srgbClr val="42A5F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9200843" y="383274"/>
        <a:ext cx="250111" cy="250786"/>
      </dsp:txXfrm>
    </dsp:sp>
    <dsp:sp modelId="{FC59E36B-E753-49CF-8D1A-02C8880D83E3}">
      <dsp:nvSpPr>
        <dsp:cNvPr id="0" name=""/>
        <dsp:cNvSpPr/>
      </dsp:nvSpPr>
      <dsp:spPr>
        <a:xfrm>
          <a:off x="9726684" y="3051"/>
          <a:ext cx="1685387" cy="1011232"/>
        </a:xfrm>
        <a:prstGeom prst="roundRect">
          <a:avLst>
            <a:gd name="adj" fmla="val 10000"/>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212121"/>
              </a:solidFill>
            </a:rPr>
            <a:t>Donation Management</a:t>
          </a:r>
          <a:endParaRPr lang="en-US" sz="2000" kern="1200" cap="none" dirty="0">
            <a:solidFill>
              <a:srgbClr val="212121"/>
            </a:solidFill>
          </a:endParaRPr>
        </a:p>
      </dsp:txBody>
      <dsp:txXfrm>
        <a:off x="9756302" y="32669"/>
        <a:ext cx="1626151" cy="951996"/>
      </dsp:txXfrm>
    </dsp:sp>
    <dsp:sp modelId="{15376517-D379-414F-B48A-61A20A0299D7}">
      <dsp:nvSpPr>
        <dsp:cNvPr id="0" name=""/>
        <dsp:cNvSpPr/>
      </dsp:nvSpPr>
      <dsp:spPr>
        <a:xfrm rot="5400000">
          <a:off x="10390726" y="1132260"/>
          <a:ext cx="357302" cy="417976"/>
        </a:xfrm>
        <a:prstGeom prst="rightArrow">
          <a:avLst>
            <a:gd name="adj1" fmla="val 60000"/>
            <a:gd name="adj2" fmla="val 50000"/>
          </a:avLst>
        </a:prstGeom>
        <a:solidFill>
          <a:srgbClr val="42A5F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5400000">
        <a:off x="10443985" y="1162597"/>
        <a:ext cx="250786" cy="250111"/>
      </dsp:txXfrm>
    </dsp:sp>
    <dsp:sp modelId="{4BE8EB1A-AB20-43A0-A3F5-C0949D22371A}">
      <dsp:nvSpPr>
        <dsp:cNvPr id="0" name=""/>
        <dsp:cNvSpPr/>
      </dsp:nvSpPr>
      <dsp:spPr>
        <a:xfrm>
          <a:off x="9726684" y="1688438"/>
          <a:ext cx="1685387" cy="1011232"/>
        </a:xfrm>
        <a:prstGeom prst="roundRect">
          <a:avLst>
            <a:gd name="adj" fmla="val 10000"/>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212121"/>
              </a:solidFill>
            </a:rPr>
            <a:t>Donation Categories</a:t>
          </a:r>
          <a:endParaRPr lang="en-US" sz="2000" kern="1200" cap="none" dirty="0">
            <a:solidFill>
              <a:srgbClr val="212121"/>
            </a:solidFill>
          </a:endParaRPr>
        </a:p>
      </dsp:txBody>
      <dsp:txXfrm>
        <a:off x="9756302" y="1718056"/>
        <a:ext cx="1626151" cy="951996"/>
      </dsp:txXfrm>
    </dsp:sp>
    <dsp:sp modelId="{705DB373-B3E7-4ADD-B955-87CB9D135FCE}">
      <dsp:nvSpPr>
        <dsp:cNvPr id="0" name=""/>
        <dsp:cNvSpPr/>
      </dsp:nvSpPr>
      <dsp:spPr>
        <a:xfrm rot="10800000">
          <a:off x="9221068" y="1985066"/>
          <a:ext cx="357302" cy="417976"/>
        </a:xfrm>
        <a:prstGeom prst="rightArrow">
          <a:avLst>
            <a:gd name="adj1" fmla="val 60000"/>
            <a:gd name="adj2" fmla="val 50000"/>
          </a:avLst>
        </a:prstGeom>
        <a:solidFill>
          <a:srgbClr val="42A5F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9328259" y="2068661"/>
        <a:ext cx="250111" cy="250786"/>
      </dsp:txXfrm>
    </dsp:sp>
    <dsp:sp modelId="{904D4B4D-030D-44D4-92B3-1D7D89FD8274}">
      <dsp:nvSpPr>
        <dsp:cNvPr id="0" name=""/>
        <dsp:cNvSpPr/>
      </dsp:nvSpPr>
      <dsp:spPr>
        <a:xfrm>
          <a:off x="7367142" y="1688438"/>
          <a:ext cx="1685387" cy="1011232"/>
        </a:xfrm>
        <a:prstGeom prst="roundRect">
          <a:avLst>
            <a:gd name="adj" fmla="val 10000"/>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212121"/>
              </a:solidFill>
            </a:rPr>
            <a:t>Image Upload Support</a:t>
          </a:r>
          <a:endParaRPr lang="en-US" sz="2000" kern="1200" cap="none" dirty="0">
            <a:solidFill>
              <a:srgbClr val="212121"/>
            </a:solidFill>
          </a:endParaRPr>
        </a:p>
      </dsp:txBody>
      <dsp:txXfrm>
        <a:off x="7396760" y="1718056"/>
        <a:ext cx="1626151" cy="951996"/>
      </dsp:txXfrm>
    </dsp:sp>
    <dsp:sp modelId="{71494051-5529-4DB7-B447-35AAE765E196}">
      <dsp:nvSpPr>
        <dsp:cNvPr id="0" name=""/>
        <dsp:cNvSpPr/>
      </dsp:nvSpPr>
      <dsp:spPr>
        <a:xfrm rot="10800000">
          <a:off x="6861525" y="1985066"/>
          <a:ext cx="357302" cy="417976"/>
        </a:xfrm>
        <a:prstGeom prst="rightArrow">
          <a:avLst>
            <a:gd name="adj1" fmla="val 60000"/>
            <a:gd name="adj2" fmla="val 50000"/>
          </a:avLst>
        </a:prstGeom>
        <a:solidFill>
          <a:srgbClr val="42A5F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6968716" y="2068661"/>
        <a:ext cx="250111" cy="250786"/>
      </dsp:txXfrm>
    </dsp:sp>
    <dsp:sp modelId="{9796B4CE-EC63-47E4-BC31-EB73048DE847}">
      <dsp:nvSpPr>
        <dsp:cNvPr id="0" name=""/>
        <dsp:cNvSpPr/>
      </dsp:nvSpPr>
      <dsp:spPr>
        <a:xfrm>
          <a:off x="5007599" y="1688438"/>
          <a:ext cx="1685387" cy="1011232"/>
        </a:xfrm>
        <a:prstGeom prst="roundRect">
          <a:avLst>
            <a:gd name="adj" fmla="val 10000"/>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212121"/>
              </a:solidFill>
            </a:rPr>
            <a:t>Donation History Tracking</a:t>
          </a:r>
          <a:endParaRPr lang="en-US" sz="2000" kern="1200" cap="none" dirty="0">
            <a:solidFill>
              <a:srgbClr val="212121"/>
            </a:solidFill>
          </a:endParaRPr>
        </a:p>
      </dsp:txBody>
      <dsp:txXfrm>
        <a:off x="5037217" y="1718056"/>
        <a:ext cx="1626151" cy="951996"/>
      </dsp:txXfrm>
    </dsp:sp>
    <dsp:sp modelId="{10F8EE5D-B007-43EC-91EA-88BA77448105}">
      <dsp:nvSpPr>
        <dsp:cNvPr id="0" name=""/>
        <dsp:cNvSpPr/>
      </dsp:nvSpPr>
      <dsp:spPr>
        <a:xfrm rot="10800000">
          <a:off x="4501983" y="1985066"/>
          <a:ext cx="357302" cy="417976"/>
        </a:xfrm>
        <a:prstGeom prst="rightArrow">
          <a:avLst>
            <a:gd name="adj1" fmla="val 60000"/>
            <a:gd name="adj2" fmla="val 50000"/>
          </a:avLst>
        </a:prstGeom>
        <a:solidFill>
          <a:srgbClr val="42A5F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4609174" y="2068661"/>
        <a:ext cx="250111" cy="250786"/>
      </dsp:txXfrm>
    </dsp:sp>
    <dsp:sp modelId="{8A1E68CD-352A-4A8C-9D8A-92B582E35F54}">
      <dsp:nvSpPr>
        <dsp:cNvPr id="0" name=""/>
        <dsp:cNvSpPr/>
      </dsp:nvSpPr>
      <dsp:spPr>
        <a:xfrm>
          <a:off x="2648057" y="1688438"/>
          <a:ext cx="1685387" cy="1011232"/>
        </a:xfrm>
        <a:prstGeom prst="roundRect">
          <a:avLst>
            <a:gd name="adj" fmla="val 10000"/>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212121"/>
              </a:solidFill>
            </a:rPr>
            <a:t>Admin Dashboard</a:t>
          </a:r>
          <a:endParaRPr lang="en-US" sz="2000" kern="1200" cap="none" dirty="0">
            <a:solidFill>
              <a:srgbClr val="212121"/>
            </a:solidFill>
          </a:endParaRPr>
        </a:p>
      </dsp:txBody>
      <dsp:txXfrm>
        <a:off x="2677675" y="1718056"/>
        <a:ext cx="1626151" cy="951996"/>
      </dsp:txXfrm>
    </dsp:sp>
    <dsp:sp modelId="{58CA5B73-5DFA-4BE7-AADD-122A3578C59B}">
      <dsp:nvSpPr>
        <dsp:cNvPr id="0" name=""/>
        <dsp:cNvSpPr/>
      </dsp:nvSpPr>
      <dsp:spPr>
        <a:xfrm rot="10800000">
          <a:off x="2142441" y="1985066"/>
          <a:ext cx="357302" cy="417976"/>
        </a:xfrm>
        <a:prstGeom prst="rightArrow">
          <a:avLst>
            <a:gd name="adj1" fmla="val 60000"/>
            <a:gd name="adj2" fmla="val 50000"/>
          </a:avLst>
        </a:prstGeom>
        <a:solidFill>
          <a:srgbClr val="42A5F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2249632" y="2068661"/>
        <a:ext cx="250111" cy="250786"/>
      </dsp:txXfrm>
    </dsp:sp>
    <dsp:sp modelId="{33BC8C77-0AFC-4F78-9ADF-C93DAC7616E3}">
      <dsp:nvSpPr>
        <dsp:cNvPr id="0" name=""/>
        <dsp:cNvSpPr/>
      </dsp:nvSpPr>
      <dsp:spPr>
        <a:xfrm>
          <a:off x="288515" y="1688438"/>
          <a:ext cx="1685387" cy="1011232"/>
        </a:xfrm>
        <a:prstGeom prst="roundRect">
          <a:avLst>
            <a:gd name="adj" fmla="val 10000"/>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212121"/>
              </a:solidFill>
            </a:rPr>
            <a:t>CRUD Operations</a:t>
          </a:r>
          <a:endParaRPr lang="en-US" sz="2000" kern="1200" cap="none" dirty="0">
            <a:solidFill>
              <a:srgbClr val="212121"/>
            </a:solidFill>
          </a:endParaRPr>
        </a:p>
      </dsp:txBody>
      <dsp:txXfrm>
        <a:off x="318133" y="1718056"/>
        <a:ext cx="1626151" cy="951996"/>
      </dsp:txXfrm>
    </dsp:sp>
    <dsp:sp modelId="{D32B89BC-4B23-4AF0-A425-AD38E1DA6BED}">
      <dsp:nvSpPr>
        <dsp:cNvPr id="0" name=""/>
        <dsp:cNvSpPr/>
      </dsp:nvSpPr>
      <dsp:spPr>
        <a:xfrm rot="5400000">
          <a:off x="952558" y="2817647"/>
          <a:ext cx="357302" cy="417976"/>
        </a:xfrm>
        <a:prstGeom prst="rightArrow">
          <a:avLst>
            <a:gd name="adj1" fmla="val 60000"/>
            <a:gd name="adj2" fmla="val 50000"/>
          </a:avLst>
        </a:prstGeom>
        <a:solidFill>
          <a:srgbClr val="42A5F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5400000">
        <a:off x="1005817" y="2847984"/>
        <a:ext cx="250786" cy="250111"/>
      </dsp:txXfrm>
    </dsp:sp>
    <dsp:sp modelId="{583E2A71-4950-4ACE-9644-9DE9650200A3}">
      <dsp:nvSpPr>
        <dsp:cNvPr id="0" name=""/>
        <dsp:cNvSpPr/>
      </dsp:nvSpPr>
      <dsp:spPr>
        <a:xfrm>
          <a:off x="288515" y="3373825"/>
          <a:ext cx="1685387" cy="1011232"/>
        </a:xfrm>
        <a:prstGeom prst="roundRect">
          <a:avLst>
            <a:gd name="adj" fmla="val 10000"/>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rgbClr val="212121"/>
              </a:solidFill>
            </a:rPr>
            <a:t>Responsive User Interface</a:t>
          </a:r>
          <a:endParaRPr lang="en-US" sz="2000" kern="1200" cap="none" dirty="0">
            <a:solidFill>
              <a:srgbClr val="212121"/>
            </a:solidFill>
          </a:endParaRPr>
        </a:p>
      </dsp:txBody>
      <dsp:txXfrm>
        <a:off x="318133" y="3403443"/>
        <a:ext cx="1626151" cy="951996"/>
      </dsp:txXfrm>
    </dsp:sp>
    <dsp:sp modelId="{296A4B29-8C11-4A81-A9F7-F7A9E2CF03AE}">
      <dsp:nvSpPr>
        <dsp:cNvPr id="0" name=""/>
        <dsp:cNvSpPr/>
      </dsp:nvSpPr>
      <dsp:spPr>
        <a:xfrm>
          <a:off x="2122216" y="3670453"/>
          <a:ext cx="357302" cy="417976"/>
        </a:xfrm>
        <a:prstGeom prst="rightArrow">
          <a:avLst>
            <a:gd name="adj1" fmla="val 60000"/>
            <a:gd name="adj2" fmla="val 50000"/>
          </a:avLst>
        </a:prstGeom>
        <a:solidFill>
          <a:srgbClr val="42A5F5"/>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122216" y="3754048"/>
        <a:ext cx="250111" cy="250786"/>
      </dsp:txXfrm>
    </dsp:sp>
    <dsp:sp modelId="{9C294550-F630-4F8C-91DE-9BD35D68BD76}">
      <dsp:nvSpPr>
        <dsp:cNvPr id="0" name=""/>
        <dsp:cNvSpPr/>
      </dsp:nvSpPr>
      <dsp:spPr>
        <a:xfrm>
          <a:off x="2648057" y="3373825"/>
          <a:ext cx="1685387" cy="1011232"/>
        </a:xfrm>
        <a:prstGeom prst="roundRect">
          <a:avLst>
            <a:gd name="adj" fmla="val 10000"/>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rgbClr val="212121"/>
              </a:solidFill>
            </a:rPr>
            <a:t>Secure Record Management</a:t>
          </a:r>
          <a:endParaRPr lang="en-US" sz="2000" kern="1200" cap="none" dirty="0">
            <a:solidFill>
              <a:srgbClr val="212121"/>
            </a:solidFill>
          </a:endParaRPr>
        </a:p>
      </dsp:txBody>
      <dsp:txXfrm>
        <a:off x="2677675" y="3403443"/>
        <a:ext cx="1626151" cy="95199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A0CD2-9ABE-4972-89DC-678EF8478C8D}">
      <dsp:nvSpPr>
        <dsp:cNvPr id="0" name=""/>
        <dsp:cNvSpPr/>
      </dsp:nvSpPr>
      <dsp:spPr>
        <a:xfrm>
          <a:off x="-5535376" y="-847922"/>
          <a:ext cx="6594234" cy="6594234"/>
        </a:xfrm>
        <a:prstGeom prst="blockArc">
          <a:avLst>
            <a:gd name="adj1" fmla="val 18900000"/>
            <a:gd name="adj2" fmla="val 2700000"/>
            <a:gd name="adj3" fmla="val 328"/>
          </a:avLst>
        </a:prstGeom>
        <a:noFill/>
        <a:ln w="15875" cap="rnd"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256170-A906-4C25-84ED-F4ED75C484EF}">
      <dsp:nvSpPr>
        <dsp:cNvPr id="0" name=""/>
        <dsp:cNvSpPr/>
      </dsp:nvSpPr>
      <dsp:spPr>
        <a:xfrm>
          <a:off x="343621" y="222680"/>
          <a:ext cx="11291571" cy="445165"/>
        </a:xfrm>
        <a:prstGeom prst="rect">
          <a:avLst/>
        </a:prstGeom>
        <a:solidFill>
          <a:srgbClr val="42A5F5"/>
        </a:solidFill>
        <a:ln w="15875" cap="rnd" cmpd="sng" algn="ctr">
          <a:solidFill>
            <a:srgbClr val="42A5F5"/>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350"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Combines multiple Node.js modules into one application. Combines multiple Node.js modules into one application.</a:t>
          </a:r>
        </a:p>
      </dsp:txBody>
      <dsp:txXfrm>
        <a:off x="343621" y="222680"/>
        <a:ext cx="11291571" cy="445165"/>
      </dsp:txXfrm>
    </dsp:sp>
    <dsp:sp modelId="{3B208F1B-4FF9-42BE-8132-1EA571507EB8}">
      <dsp:nvSpPr>
        <dsp:cNvPr id="0" name=""/>
        <dsp:cNvSpPr/>
      </dsp:nvSpPr>
      <dsp:spPr>
        <a:xfrm>
          <a:off x="65393" y="167035"/>
          <a:ext cx="556456" cy="556456"/>
        </a:xfrm>
        <a:prstGeom prst="ellipse">
          <a:avLst/>
        </a:prstGeom>
        <a:solidFill>
          <a:schemeClr val="lt1">
            <a:hueOff val="0"/>
            <a:satOff val="0"/>
            <a:lumOff val="0"/>
            <a:alphaOff val="0"/>
          </a:schemeClr>
        </a:solidFill>
        <a:ln w="15875" cap="rnd" cmpd="sng" algn="ctr">
          <a:solidFill>
            <a:srgbClr val="F8FBFF"/>
          </a:solidFill>
          <a:prstDash val="solid"/>
        </a:ln>
        <a:effectLst/>
      </dsp:spPr>
      <dsp:style>
        <a:lnRef idx="2">
          <a:scrgbClr r="0" g="0" b="0"/>
        </a:lnRef>
        <a:fillRef idx="1">
          <a:scrgbClr r="0" g="0" b="0"/>
        </a:fillRef>
        <a:effectRef idx="0">
          <a:scrgbClr r="0" g="0" b="0"/>
        </a:effectRef>
        <a:fontRef idx="minor"/>
      </dsp:style>
    </dsp:sp>
    <dsp:sp modelId="{FD135242-5A9D-43A2-B34F-F7EB2CF7C156}">
      <dsp:nvSpPr>
        <dsp:cNvPr id="0" name=""/>
        <dsp:cNvSpPr/>
      </dsp:nvSpPr>
      <dsp:spPr>
        <a:xfrm>
          <a:off x="746759" y="890821"/>
          <a:ext cx="10888434" cy="445165"/>
        </a:xfrm>
        <a:prstGeom prst="rect">
          <a:avLst/>
        </a:prstGeom>
        <a:solidFill>
          <a:prstClr val="white">
            <a:hueOff val="0"/>
            <a:satOff val="0"/>
            <a:lumOff val="0"/>
            <a:alphaOff val="0"/>
          </a:prstClr>
        </a:solidFill>
        <a:ln w="15875" cap="rnd"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350"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Uses different routes for different functionalities.</a:t>
          </a:r>
        </a:p>
      </dsp:txBody>
      <dsp:txXfrm>
        <a:off x="746759" y="890821"/>
        <a:ext cx="10888434" cy="445165"/>
      </dsp:txXfrm>
    </dsp:sp>
    <dsp:sp modelId="{86E03AB6-D3AB-4ED2-B7F7-CDC5BD45E40F}">
      <dsp:nvSpPr>
        <dsp:cNvPr id="0" name=""/>
        <dsp:cNvSpPr/>
      </dsp:nvSpPr>
      <dsp:spPr>
        <a:xfrm>
          <a:off x="468530" y="835175"/>
          <a:ext cx="556456" cy="556456"/>
        </a:xfrm>
        <a:prstGeom prst="ellipse">
          <a:avLst/>
        </a:prstGeom>
        <a:solidFill>
          <a:schemeClr val="lt1">
            <a:hueOff val="0"/>
            <a:satOff val="0"/>
            <a:lumOff val="0"/>
            <a:alphaOff val="0"/>
          </a:schemeClr>
        </a:solidFill>
        <a:ln w="15875" cap="rnd" cmpd="sng" algn="ctr">
          <a:solidFill>
            <a:srgbClr val="42A5F5"/>
          </a:solidFill>
          <a:prstDash val="solid"/>
        </a:ln>
        <a:effectLst/>
      </dsp:spPr>
      <dsp:style>
        <a:lnRef idx="2">
          <a:scrgbClr r="0" g="0" b="0"/>
        </a:lnRef>
        <a:fillRef idx="1">
          <a:scrgbClr r="0" g="0" b="0"/>
        </a:fillRef>
        <a:effectRef idx="0">
          <a:scrgbClr r="0" g="0" b="0"/>
        </a:effectRef>
        <a:fontRef idx="minor"/>
      </dsp:style>
    </dsp:sp>
    <dsp:sp modelId="{15994476-23AC-4083-B7F4-E006269D1664}">
      <dsp:nvSpPr>
        <dsp:cNvPr id="0" name=""/>
        <dsp:cNvSpPr/>
      </dsp:nvSpPr>
      <dsp:spPr>
        <a:xfrm>
          <a:off x="967676" y="1558471"/>
          <a:ext cx="10667516" cy="445165"/>
        </a:xfrm>
        <a:prstGeom prst="rect">
          <a:avLst/>
        </a:prstGeom>
        <a:solidFill>
          <a:srgbClr val="42A5F5"/>
        </a:solidFill>
        <a:ln w="15875" cap="rnd" cmpd="sng" algn="ctr">
          <a:solidFill>
            <a:srgbClr val="42A5F5"/>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350"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Uses the http module to handle requests and responses.</a:t>
          </a:r>
        </a:p>
      </dsp:txBody>
      <dsp:txXfrm>
        <a:off x="967676" y="1558471"/>
        <a:ext cx="10667516" cy="445165"/>
      </dsp:txXfrm>
    </dsp:sp>
    <dsp:sp modelId="{6C39FA22-804F-41F6-A3C9-5D014B9AA598}">
      <dsp:nvSpPr>
        <dsp:cNvPr id="0" name=""/>
        <dsp:cNvSpPr/>
      </dsp:nvSpPr>
      <dsp:spPr>
        <a:xfrm>
          <a:off x="689448" y="1502825"/>
          <a:ext cx="556456" cy="556456"/>
        </a:xfrm>
        <a:prstGeom prst="ellipse">
          <a:avLst/>
        </a:prstGeom>
        <a:solidFill>
          <a:schemeClr val="lt1">
            <a:hueOff val="0"/>
            <a:satOff val="0"/>
            <a:lumOff val="0"/>
            <a:alphaOff val="0"/>
          </a:schemeClr>
        </a:solidFill>
        <a:ln w="15875" cap="rnd" cmpd="sng" algn="ctr">
          <a:solidFill>
            <a:srgbClr val="F8FBFF"/>
          </a:solidFill>
          <a:prstDash val="solid"/>
        </a:ln>
        <a:effectLst/>
      </dsp:spPr>
      <dsp:style>
        <a:lnRef idx="2">
          <a:scrgbClr r="0" g="0" b="0"/>
        </a:lnRef>
        <a:fillRef idx="1">
          <a:scrgbClr r="0" g="0" b="0"/>
        </a:fillRef>
        <a:effectRef idx="0">
          <a:scrgbClr r="0" g="0" b="0"/>
        </a:effectRef>
        <a:fontRef idx="minor"/>
      </dsp:style>
    </dsp:sp>
    <dsp:sp modelId="{BDDA1928-E2F6-403A-B879-DC7B3A18176B}">
      <dsp:nvSpPr>
        <dsp:cNvPr id="0" name=""/>
        <dsp:cNvSpPr/>
      </dsp:nvSpPr>
      <dsp:spPr>
        <a:xfrm>
          <a:off x="1038213" y="2226611"/>
          <a:ext cx="10596979" cy="445165"/>
        </a:xfrm>
        <a:prstGeom prst="rect">
          <a:avLst/>
        </a:prstGeom>
        <a:solidFill>
          <a:prstClr val="white">
            <a:hueOff val="0"/>
            <a:satOff val="0"/>
            <a:lumOff val="0"/>
            <a:alphaOff val="0"/>
          </a:prstClr>
        </a:solidFill>
        <a:ln w="15875" cap="rnd" cmpd="sng" algn="ctr">
          <a:solidFill>
            <a:srgbClr val="F8FBF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350"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Routing controls application flow using URLs.</a:t>
          </a:r>
        </a:p>
      </dsp:txBody>
      <dsp:txXfrm>
        <a:off x="1038213" y="2226611"/>
        <a:ext cx="10596979" cy="445165"/>
      </dsp:txXfrm>
    </dsp:sp>
    <dsp:sp modelId="{EC41F66E-B1D6-49A0-8CEE-0DA1D83D3168}">
      <dsp:nvSpPr>
        <dsp:cNvPr id="0" name=""/>
        <dsp:cNvSpPr/>
      </dsp:nvSpPr>
      <dsp:spPr>
        <a:xfrm>
          <a:off x="759985" y="2170966"/>
          <a:ext cx="556456" cy="556456"/>
        </a:xfrm>
        <a:prstGeom prst="ellipse">
          <a:avLst/>
        </a:prstGeom>
        <a:solidFill>
          <a:schemeClr val="lt1">
            <a:hueOff val="0"/>
            <a:satOff val="0"/>
            <a:lumOff val="0"/>
            <a:alphaOff val="0"/>
          </a:schemeClr>
        </a:solidFill>
        <a:ln w="15875" cap="rnd" cmpd="sng" algn="ctr">
          <a:solidFill>
            <a:srgbClr val="42A5F5"/>
          </a:solidFill>
          <a:prstDash val="solid"/>
        </a:ln>
        <a:effectLst/>
      </dsp:spPr>
      <dsp:style>
        <a:lnRef idx="2">
          <a:scrgbClr r="0" g="0" b="0"/>
        </a:lnRef>
        <a:fillRef idx="1">
          <a:scrgbClr r="0" g="0" b="0"/>
        </a:fillRef>
        <a:effectRef idx="0">
          <a:scrgbClr r="0" g="0" b="0"/>
        </a:effectRef>
        <a:fontRef idx="minor"/>
      </dsp:style>
    </dsp:sp>
    <dsp:sp modelId="{8FD0994E-F258-481C-8710-8313556E37B5}">
      <dsp:nvSpPr>
        <dsp:cNvPr id="0" name=""/>
        <dsp:cNvSpPr/>
      </dsp:nvSpPr>
      <dsp:spPr>
        <a:xfrm>
          <a:off x="967676" y="2894751"/>
          <a:ext cx="10667516" cy="445165"/>
        </a:xfrm>
        <a:prstGeom prst="rect">
          <a:avLst/>
        </a:prstGeom>
        <a:solidFill>
          <a:srgbClr val="42A5F5"/>
        </a:solidFill>
        <a:ln w="15875" cap="rnd" cmpd="sng" algn="ctr">
          <a:solidFill>
            <a:srgbClr val="42A5F5"/>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350"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Handles errors using callback functions.</a:t>
          </a:r>
        </a:p>
      </dsp:txBody>
      <dsp:txXfrm>
        <a:off x="967676" y="2894751"/>
        <a:ext cx="10667516" cy="445165"/>
      </dsp:txXfrm>
    </dsp:sp>
    <dsp:sp modelId="{387A6643-78E4-4076-B08A-0AC0824B65FE}">
      <dsp:nvSpPr>
        <dsp:cNvPr id="0" name=""/>
        <dsp:cNvSpPr/>
      </dsp:nvSpPr>
      <dsp:spPr>
        <a:xfrm>
          <a:off x="689448" y="2839106"/>
          <a:ext cx="556456" cy="556456"/>
        </a:xfrm>
        <a:prstGeom prst="ellipse">
          <a:avLst/>
        </a:prstGeom>
        <a:solidFill>
          <a:schemeClr val="lt1">
            <a:hueOff val="0"/>
            <a:satOff val="0"/>
            <a:lumOff val="0"/>
            <a:alphaOff val="0"/>
          </a:schemeClr>
        </a:solidFill>
        <a:ln w="15875" cap="rnd" cmpd="sng" algn="ctr">
          <a:solidFill>
            <a:srgbClr val="F8FBFF"/>
          </a:solidFill>
          <a:prstDash val="solid"/>
        </a:ln>
        <a:effectLst/>
      </dsp:spPr>
      <dsp:style>
        <a:lnRef idx="2">
          <a:scrgbClr r="0" g="0" b="0"/>
        </a:lnRef>
        <a:fillRef idx="1">
          <a:scrgbClr r="0" g="0" b="0"/>
        </a:fillRef>
        <a:effectRef idx="0">
          <a:scrgbClr r="0" g="0" b="0"/>
        </a:effectRef>
        <a:fontRef idx="minor"/>
      </dsp:style>
    </dsp:sp>
    <dsp:sp modelId="{D0112799-C403-44FC-8746-0BE9EA86F14B}">
      <dsp:nvSpPr>
        <dsp:cNvPr id="0" name=""/>
        <dsp:cNvSpPr/>
      </dsp:nvSpPr>
      <dsp:spPr>
        <a:xfrm>
          <a:off x="746759" y="3562402"/>
          <a:ext cx="10888434" cy="445165"/>
        </a:xfrm>
        <a:prstGeom prst="rect">
          <a:avLst/>
        </a:prstGeom>
        <a:solidFill>
          <a:prstClr val="white">
            <a:hueOff val="0"/>
            <a:satOff val="0"/>
            <a:lumOff val="0"/>
            <a:alphaOff val="0"/>
          </a:prstClr>
        </a:solidFill>
        <a:ln w="15875" cap="rnd" cmpd="sng" algn="ctr">
          <a:solidFill>
            <a:srgbClr val="F8FBF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350"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Easy to extend with new routes and features.</a:t>
          </a:r>
        </a:p>
      </dsp:txBody>
      <dsp:txXfrm>
        <a:off x="746759" y="3562402"/>
        <a:ext cx="10888434" cy="445165"/>
      </dsp:txXfrm>
    </dsp:sp>
    <dsp:sp modelId="{14EE4812-E77A-41C4-A58E-AF37B1A9D9FA}">
      <dsp:nvSpPr>
        <dsp:cNvPr id="0" name=""/>
        <dsp:cNvSpPr/>
      </dsp:nvSpPr>
      <dsp:spPr>
        <a:xfrm>
          <a:off x="468530" y="3506756"/>
          <a:ext cx="556456" cy="556456"/>
        </a:xfrm>
        <a:prstGeom prst="ellipse">
          <a:avLst/>
        </a:prstGeom>
        <a:solidFill>
          <a:schemeClr val="lt1">
            <a:hueOff val="0"/>
            <a:satOff val="0"/>
            <a:lumOff val="0"/>
            <a:alphaOff val="0"/>
          </a:schemeClr>
        </a:solidFill>
        <a:ln w="15875" cap="rnd" cmpd="sng" algn="ctr">
          <a:solidFill>
            <a:srgbClr val="42A5F5"/>
          </a:solidFill>
          <a:prstDash val="solid"/>
        </a:ln>
        <a:effectLst/>
      </dsp:spPr>
      <dsp:style>
        <a:lnRef idx="2">
          <a:scrgbClr r="0" g="0" b="0"/>
        </a:lnRef>
        <a:fillRef idx="1">
          <a:scrgbClr r="0" g="0" b="0"/>
        </a:fillRef>
        <a:effectRef idx="0">
          <a:scrgbClr r="0" g="0" b="0"/>
        </a:effectRef>
        <a:fontRef idx="minor"/>
      </dsp:style>
    </dsp:sp>
    <dsp:sp modelId="{EA310A98-7D19-402D-A745-BAC7FFD28A6F}">
      <dsp:nvSpPr>
        <dsp:cNvPr id="0" name=""/>
        <dsp:cNvSpPr/>
      </dsp:nvSpPr>
      <dsp:spPr>
        <a:xfrm>
          <a:off x="343621" y="4230542"/>
          <a:ext cx="11291571" cy="445165"/>
        </a:xfrm>
        <a:prstGeom prst="rect">
          <a:avLst/>
        </a:prstGeom>
        <a:solidFill>
          <a:srgbClr val="42A5F5"/>
        </a:solidFill>
        <a:ln w="15875" cap="rnd" cmpd="sng" algn="ctr">
          <a:solidFill>
            <a:srgbClr val="42A5F5"/>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350"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Demonstrates Node.js core concepts and asynchronous programming.</a:t>
          </a:r>
        </a:p>
      </dsp:txBody>
      <dsp:txXfrm>
        <a:off x="343621" y="4230542"/>
        <a:ext cx="11291571" cy="445165"/>
      </dsp:txXfrm>
    </dsp:sp>
    <dsp:sp modelId="{E4D3E327-0747-4A54-9167-96DBBFC7F81D}">
      <dsp:nvSpPr>
        <dsp:cNvPr id="0" name=""/>
        <dsp:cNvSpPr/>
      </dsp:nvSpPr>
      <dsp:spPr>
        <a:xfrm>
          <a:off x="65393" y="4174896"/>
          <a:ext cx="556456" cy="556456"/>
        </a:xfrm>
        <a:prstGeom prst="ellipse">
          <a:avLst/>
        </a:prstGeom>
        <a:solidFill>
          <a:schemeClr val="lt1">
            <a:hueOff val="0"/>
            <a:satOff val="0"/>
            <a:lumOff val="0"/>
            <a:alphaOff val="0"/>
          </a:schemeClr>
        </a:solidFill>
        <a:ln w="15875" cap="rnd" cmpd="sng" algn="ctr">
          <a:solidFill>
            <a:srgbClr val="F8FBFF"/>
          </a:solidFill>
          <a:prstDash val="solid"/>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FD3E31-4A8E-4354-80E6-395761E92E09}">
      <dsp:nvSpPr>
        <dsp:cNvPr id="0" name=""/>
        <dsp:cNvSpPr/>
      </dsp:nvSpPr>
      <dsp:spPr>
        <a:xfrm>
          <a:off x="0" y="4017740"/>
          <a:ext cx="11700587" cy="878983"/>
        </a:xfrm>
        <a:prstGeom prst="rect">
          <a:avLst/>
        </a:prstGeom>
        <a:solidFill>
          <a:prstClr val="white">
            <a:hueOff val="0"/>
            <a:satOff val="0"/>
            <a:lumOff val="0"/>
            <a:alphaOff val="0"/>
          </a:prstClr>
        </a:solidFill>
        <a:ln w="15875" cap="rnd" cmpd="sng" algn="ctr">
          <a:solidFill>
            <a:prstClr val="white"/>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350"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Ans. I chose MongoDB instead of JSON or text files because I plan to continue developing this project in the future. As the application grows, it will need to manage a larger amount of data and more users. MongoDB provides better scalability, security, efficiency, and reliability, making it a more suitable choice for a real-world web application.</a:t>
          </a:r>
        </a:p>
      </dsp:txBody>
      <dsp:txXfrm>
        <a:off x="0" y="4017740"/>
        <a:ext cx="11700587" cy="878983"/>
      </dsp:txXfrm>
    </dsp:sp>
    <dsp:sp modelId="{568363DE-AE37-4029-8B93-D75CBDB808DD}">
      <dsp:nvSpPr>
        <dsp:cNvPr id="0" name=""/>
        <dsp:cNvSpPr/>
      </dsp:nvSpPr>
      <dsp:spPr>
        <a:xfrm rot="10800000">
          <a:off x="0" y="2679048"/>
          <a:ext cx="11700587" cy="1351876"/>
        </a:xfrm>
        <a:prstGeom prst="upArrowCallout">
          <a:avLst/>
        </a:prstGeom>
        <a:solidFill>
          <a:srgbClr val="42A5F5"/>
        </a:solidFill>
        <a:ln w="15875" cap="rnd" cmpd="sng" algn="ctr">
          <a:solidFill>
            <a:srgbClr val="42A5F5"/>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350"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Q. Why didn't we use JSON/Text files?</a:t>
          </a:r>
        </a:p>
      </dsp:txBody>
      <dsp:txXfrm rot="10800000">
        <a:off x="0" y="2679048"/>
        <a:ext cx="11700587" cy="878408"/>
      </dsp:txXfrm>
    </dsp:sp>
    <dsp:sp modelId="{5057F4A6-D047-488C-A92F-B48748653F71}">
      <dsp:nvSpPr>
        <dsp:cNvPr id="0" name=""/>
        <dsp:cNvSpPr/>
      </dsp:nvSpPr>
      <dsp:spPr>
        <a:xfrm rot="10800000">
          <a:off x="0" y="1340356"/>
          <a:ext cx="11700587" cy="1351876"/>
        </a:xfrm>
        <a:prstGeom prst="upArrowCallout">
          <a:avLst/>
        </a:prstGeom>
        <a:solidFill>
          <a:prstClr val="white">
            <a:hueOff val="0"/>
            <a:satOff val="0"/>
            <a:lumOff val="0"/>
            <a:alphaOff val="0"/>
          </a:prstClr>
        </a:solidFill>
        <a:ln w="15875" cap="rnd"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350"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Ans. I didn't use the </a:t>
          </a:r>
          <a:r>
            <a:rPr lang="en-US" sz="1600" b="1" kern="1200" dirty="0" err="1">
              <a:solidFill>
                <a:srgbClr val="212121"/>
              </a:solidFill>
              <a:latin typeface="Goudy Old Style"/>
              <a:ea typeface="+mn-ea"/>
              <a:cs typeface="+mn-cs"/>
            </a:rPr>
            <a:t>fs.readFile</a:t>
          </a:r>
          <a:r>
            <a:rPr lang="en-US" sz="1600" b="1" kern="1200" dirty="0">
              <a:solidFill>
                <a:srgbClr val="212121"/>
              </a:solidFill>
              <a:latin typeface="Goudy Old Style"/>
              <a:ea typeface="+mn-ea"/>
              <a:cs typeface="+mn-cs"/>
            </a:rPr>
            <a:t>() and </a:t>
          </a:r>
          <a:r>
            <a:rPr lang="en-US" sz="1600" b="1" kern="1200" dirty="0" err="1">
              <a:solidFill>
                <a:srgbClr val="212121"/>
              </a:solidFill>
              <a:latin typeface="Goudy Old Style"/>
              <a:ea typeface="+mn-ea"/>
              <a:cs typeface="+mn-cs"/>
            </a:rPr>
            <a:t>fs.writeFile</a:t>
          </a:r>
          <a:r>
            <a:rPr lang="en-US" sz="1600" b="1" kern="1200" dirty="0">
              <a:solidFill>
                <a:srgbClr val="212121"/>
              </a:solidFill>
              <a:latin typeface="Goudy Old Style"/>
              <a:ea typeface="+mn-ea"/>
              <a:cs typeface="+mn-cs"/>
            </a:rPr>
            <a:t>() methods because my project uses MongoDB as the database. Those methods are typically used to read from and write to files, such as JSON or text files. Since my data is stored in MongoDB, I use Mongoose methods like save(), find(), update(), and delete() instead.</a:t>
          </a:r>
        </a:p>
      </dsp:txBody>
      <dsp:txXfrm rot="10800000">
        <a:off x="0" y="1340356"/>
        <a:ext cx="11700587" cy="878408"/>
      </dsp:txXfrm>
    </dsp:sp>
    <dsp:sp modelId="{0D722C91-AA6F-4C7E-91A5-AF2F535709C9}">
      <dsp:nvSpPr>
        <dsp:cNvPr id="0" name=""/>
        <dsp:cNvSpPr/>
      </dsp:nvSpPr>
      <dsp:spPr>
        <a:xfrm rot="10800000">
          <a:off x="0" y="1665"/>
          <a:ext cx="11700587" cy="1351876"/>
        </a:xfrm>
        <a:prstGeom prst="upArrowCallout">
          <a:avLst/>
        </a:prstGeom>
        <a:solidFill>
          <a:srgbClr val="42A5F5"/>
        </a:solidFill>
        <a:ln w="15875" cap="rnd" cmpd="sng" algn="ctr">
          <a:solidFill>
            <a:srgbClr val="42A5F5"/>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rgbClr val="212121"/>
              </a:solidFill>
              <a:latin typeface="Goudy Old Style"/>
              <a:ea typeface="+mn-ea"/>
              <a:cs typeface="+mn-cs"/>
            </a:rPr>
            <a:t>     Q . Why didn't we use the fs module?</a:t>
          </a:r>
        </a:p>
      </dsp:txBody>
      <dsp:txXfrm rot="10800000">
        <a:off x="0" y="1665"/>
        <a:ext cx="11700587" cy="87840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5A49F5-4154-40D4-9BFA-DBD9B36DD5AD}">
      <dsp:nvSpPr>
        <dsp:cNvPr id="0" name=""/>
        <dsp:cNvSpPr/>
      </dsp:nvSpPr>
      <dsp:spPr>
        <a:xfrm>
          <a:off x="2939016" y="608035"/>
          <a:ext cx="466931" cy="91440"/>
        </a:xfrm>
        <a:custGeom>
          <a:avLst/>
          <a:gdLst/>
          <a:ahLst/>
          <a:cxnLst/>
          <a:rect l="0" t="0" r="0" b="0"/>
          <a:pathLst>
            <a:path>
              <a:moveTo>
                <a:pt x="0" y="45720"/>
              </a:moveTo>
              <a:lnTo>
                <a:pt x="466931" y="45720"/>
              </a:lnTo>
            </a:path>
          </a:pathLst>
        </a:custGeom>
        <a:noFill/>
        <a:ln w="9525"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60044" y="651265"/>
        <a:ext cx="24876" cy="4980"/>
      </dsp:txXfrm>
    </dsp:sp>
    <dsp:sp modelId="{A1ED434F-F928-4778-BF3C-40180EC03E5C}">
      <dsp:nvSpPr>
        <dsp:cNvPr id="0" name=""/>
        <dsp:cNvSpPr/>
      </dsp:nvSpPr>
      <dsp:spPr>
        <a:xfrm>
          <a:off x="777637" y="4801"/>
          <a:ext cx="2163179" cy="1297907"/>
        </a:xfrm>
        <a:prstGeom prst="rect">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212121"/>
              </a:solidFill>
            </a:rPr>
            <a:t>Real-Time Donation Tracking</a:t>
          </a:r>
          <a:r>
            <a:rPr lang="en-US" sz="1600" kern="1200" dirty="0">
              <a:solidFill>
                <a:srgbClr val="212121"/>
              </a:solidFill>
            </a:rPr>
            <a:t> – Allow donors to track the status of their donations in real time.</a:t>
          </a:r>
        </a:p>
      </dsp:txBody>
      <dsp:txXfrm>
        <a:off x="777637" y="4801"/>
        <a:ext cx="2163179" cy="1297907"/>
      </dsp:txXfrm>
    </dsp:sp>
    <dsp:sp modelId="{CCBCB42C-3BCC-4BAD-B803-3D950EFB2777}">
      <dsp:nvSpPr>
        <dsp:cNvPr id="0" name=""/>
        <dsp:cNvSpPr/>
      </dsp:nvSpPr>
      <dsp:spPr>
        <a:xfrm>
          <a:off x="5599727" y="608035"/>
          <a:ext cx="466931" cy="91440"/>
        </a:xfrm>
        <a:custGeom>
          <a:avLst/>
          <a:gdLst/>
          <a:ahLst/>
          <a:cxnLst/>
          <a:rect l="0" t="0" r="0" b="0"/>
          <a:pathLst>
            <a:path>
              <a:moveTo>
                <a:pt x="0" y="45720"/>
              </a:moveTo>
              <a:lnTo>
                <a:pt x="466931" y="45720"/>
              </a:lnTo>
            </a:path>
          </a:pathLst>
        </a:custGeom>
        <a:noFill/>
        <a:ln w="9525" cap="rnd"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820755" y="651265"/>
        <a:ext cx="24876" cy="4980"/>
      </dsp:txXfrm>
    </dsp:sp>
    <dsp:sp modelId="{E33FCED2-AD77-4211-AFF5-5D504036BA92}">
      <dsp:nvSpPr>
        <dsp:cNvPr id="0" name=""/>
        <dsp:cNvSpPr/>
      </dsp:nvSpPr>
      <dsp:spPr>
        <a:xfrm>
          <a:off x="3438348" y="4801"/>
          <a:ext cx="2163179" cy="1297907"/>
        </a:xfrm>
        <a:prstGeom prst="rect">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212121"/>
              </a:solidFill>
            </a:rPr>
            <a:t>Online Payment Integration</a:t>
          </a:r>
          <a:r>
            <a:rPr lang="en-US" sz="1600" kern="1200" dirty="0">
              <a:solidFill>
                <a:srgbClr val="212121"/>
              </a:solidFill>
            </a:rPr>
            <a:t> – Support secure monetary donations through payment gateways.</a:t>
          </a:r>
        </a:p>
      </dsp:txBody>
      <dsp:txXfrm>
        <a:off x="3438348" y="4801"/>
        <a:ext cx="2163179" cy="1297907"/>
      </dsp:txXfrm>
    </dsp:sp>
    <dsp:sp modelId="{0D81DB3C-4285-4AF3-8ECE-CC3782D24863}">
      <dsp:nvSpPr>
        <dsp:cNvPr id="0" name=""/>
        <dsp:cNvSpPr/>
      </dsp:nvSpPr>
      <dsp:spPr>
        <a:xfrm>
          <a:off x="8260438" y="608035"/>
          <a:ext cx="466931" cy="91440"/>
        </a:xfrm>
        <a:custGeom>
          <a:avLst/>
          <a:gdLst/>
          <a:ahLst/>
          <a:cxnLst/>
          <a:rect l="0" t="0" r="0" b="0"/>
          <a:pathLst>
            <a:path>
              <a:moveTo>
                <a:pt x="0" y="45720"/>
              </a:moveTo>
              <a:lnTo>
                <a:pt x="466931" y="45720"/>
              </a:lnTo>
            </a:path>
          </a:pathLst>
        </a:custGeom>
        <a:noFill/>
        <a:ln w="9525" cap="rnd"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481466" y="651265"/>
        <a:ext cx="24876" cy="4980"/>
      </dsp:txXfrm>
    </dsp:sp>
    <dsp:sp modelId="{D8FE0C55-3AB3-435B-97C7-835DE3EBF6B5}">
      <dsp:nvSpPr>
        <dsp:cNvPr id="0" name=""/>
        <dsp:cNvSpPr/>
      </dsp:nvSpPr>
      <dsp:spPr>
        <a:xfrm>
          <a:off x="6099059" y="4801"/>
          <a:ext cx="2163179" cy="1297907"/>
        </a:xfrm>
        <a:prstGeom prst="rect">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212121"/>
              </a:solidFill>
            </a:rPr>
            <a:t>Mobile Application</a:t>
          </a:r>
          <a:r>
            <a:rPr lang="en-US" sz="1600" kern="1200" dirty="0">
              <a:solidFill>
                <a:srgbClr val="212121"/>
              </a:solidFill>
            </a:rPr>
            <a:t> – Develop Android and iOS apps for easier access.</a:t>
          </a:r>
        </a:p>
      </dsp:txBody>
      <dsp:txXfrm>
        <a:off x="6099059" y="4801"/>
        <a:ext cx="2163179" cy="1297907"/>
      </dsp:txXfrm>
    </dsp:sp>
    <dsp:sp modelId="{2935DD20-4972-4578-BC8E-BC020A5A6902}">
      <dsp:nvSpPr>
        <dsp:cNvPr id="0" name=""/>
        <dsp:cNvSpPr/>
      </dsp:nvSpPr>
      <dsp:spPr>
        <a:xfrm>
          <a:off x="1859227" y="1300909"/>
          <a:ext cx="7982132" cy="466931"/>
        </a:xfrm>
        <a:custGeom>
          <a:avLst/>
          <a:gdLst/>
          <a:ahLst/>
          <a:cxnLst/>
          <a:rect l="0" t="0" r="0" b="0"/>
          <a:pathLst>
            <a:path>
              <a:moveTo>
                <a:pt x="7982132" y="0"/>
              </a:moveTo>
              <a:lnTo>
                <a:pt x="7982132" y="250565"/>
              </a:lnTo>
              <a:lnTo>
                <a:pt x="0" y="250565"/>
              </a:lnTo>
              <a:lnTo>
                <a:pt x="0" y="466931"/>
              </a:lnTo>
            </a:path>
          </a:pathLst>
        </a:custGeom>
        <a:noFill/>
        <a:ln w="9525" cap="rnd"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50352" y="1531884"/>
        <a:ext cx="399881" cy="4980"/>
      </dsp:txXfrm>
    </dsp:sp>
    <dsp:sp modelId="{E7F47B4D-45A8-4306-BBED-AAD6447F0129}">
      <dsp:nvSpPr>
        <dsp:cNvPr id="0" name=""/>
        <dsp:cNvSpPr/>
      </dsp:nvSpPr>
      <dsp:spPr>
        <a:xfrm>
          <a:off x="8759770" y="4801"/>
          <a:ext cx="2163179" cy="1297907"/>
        </a:xfrm>
        <a:prstGeom prst="rect">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212121"/>
              </a:solidFill>
            </a:rPr>
            <a:t>Email &amp; SMS Notifications</a:t>
          </a:r>
          <a:r>
            <a:rPr lang="en-US" sz="1600" kern="1200" dirty="0">
              <a:solidFill>
                <a:srgbClr val="212121"/>
              </a:solidFill>
            </a:rPr>
            <a:t> – Send instant updates for donation status and requests.</a:t>
          </a:r>
        </a:p>
      </dsp:txBody>
      <dsp:txXfrm>
        <a:off x="8759770" y="4801"/>
        <a:ext cx="2163179" cy="1297907"/>
      </dsp:txXfrm>
    </dsp:sp>
    <dsp:sp modelId="{2C37817D-987E-4E7C-B3C9-84668BB693DB}">
      <dsp:nvSpPr>
        <dsp:cNvPr id="0" name=""/>
        <dsp:cNvSpPr/>
      </dsp:nvSpPr>
      <dsp:spPr>
        <a:xfrm>
          <a:off x="2939016" y="2403474"/>
          <a:ext cx="466931" cy="91440"/>
        </a:xfrm>
        <a:custGeom>
          <a:avLst/>
          <a:gdLst/>
          <a:ahLst/>
          <a:cxnLst/>
          <a:rect l="0" t="0" r="0" b="0"/>
          <a:pathLst>
            <a:path>
              <a:moveTo>
                <a:pt x="0" y="45720"/>
              </a:moveTo>
              <a:lnTo>
                <a:pt x="466931" y="45720"/>
              </a:lnTo>
            </a:path>
          </a:pathLst>
        </a:custGeom>
        <a:noFill/>
        <a:ln w="9525" cap="rnd"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60044" y="2446704"/>
        <a:ext cx="24876" cy="4980"/>
      </dsp:txXfrm>
    </dsp:sp>
    <dsp:sp modelId="{944085EF-86DF-43E0-B8ED-700F393417CB}">
      <dsp:nvSpPr>
        <dsp:cNvPr id="0" name=""/>
        <dsp:cNvSpPr/>
      </dsp:nvSpPr>
      <dsp:spPr>
        <a:xfrm>
          <a:off x="777637" y="1800240"/>
          <a:ext cx="2163179" cy="1297907"/>
        </a:xfrm>
        <a:prstGeom prst="rect">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212121"/>
              </a:solidFill>
            </a:rPr>
            <a:t>Location-Based Donation Matching</a:t>
          </a:r>
          <a:r>
            <a:rPr lang="en-US" sz="1600" kern="1200" dirty="0">
              <a:solidFill>
                <a:srgbClr val="212121"/>
              </a:solidFill>
            </a:rPr>
            <a:t> – Connect donors with nearby NGOs and beneficiaries.</a:t>
          </a:r>
        </a:p>
      </dsp:txBody>
      <dsp:txXfrm>
        <a:off x="777637" y="1800240"/>
        <a:ext cx="2163179" cy="1297907"/>
      </dsp:txXfrm>
    </dsp:sp>
    <dsp:sp modelId="{E1DFDDE0-372C-4BA5-B096-54A6922B827A}">
      <dsp:nvSpPr>
        <dsp:cNvPr id="0" name=""/>
        <dsp:cNvSpPr/>
      </dsp:nvSpPr>
      <dsp:spPr>
        <a:xfrm>
          <a:off x="5599727" y="2403474"/>
          <a:ext cx="466931" cy="91440"/>
        </a:xfrm>
        <a:custGeom>
          <a:avLst/>
          <a:gdLst/>
          <a:ahLst/>
          <a:cxnLst/>
          <a:rect l="0" t="0" r="0" b="0"/>
          <a:pathLst>
            <a:path>
              <a:moveTo>
                <a:pt x="0" y="45720"/>
              </a:moveTo>
              <a:lnTo>
                <a:pt x="466931" y="45720"/>
              </a:lnTo>
            </a:path>
          </a:pathLst>
        </a:custGeom>
        <a:noFill/>
        <a:ln w="9525"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820755" y="2446704"/>
        <a:ext cx="24876" cy="4980"/>
      </dsp:txXfrm>
    </dsp:sp>
    <dsp:sp modelId="{9ED2F25E-5C76-434C-8862-F9393E95E02B}">
      <dsp:nvSpPr>
        <dsp:cNvPr id="0" name=""/>
        <dsp:cNvSpPr/>
      </dsp:nvSpPr>
      <dsp:spPr>
        <a:xfrm>
          <a:off x="3438348" y="1800240"/>
          <a:ext cx="2163179" cy="1297907"/>
        </a:xfrm>
        <a:prstGeom prst="rect">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rgbClr val="212121"/>
              </a:solidFill>
            </a:rPr>
            <a:t>AI-Based Donation Recommendations</a:t>
          </a:r>
          <a:r>
            <a:rPr lang="en-US" sz="1400" kern="1200" dirty="0">
              <a:solidFill>
                <a:srgbClr val="212121"/>
              </a:solidFill>
            </a:rPr>
            <a:t> – Suggest suitable organizations and donation categories based on user preferences.</a:t>
          </a:r>
        </a:p>
      </dsp:txBody>
      <dsp:txXfrm>
        <a:off x="3438348" y="1800240"/>
        <a:ext cx="2163179" cy="1297907"/>
      </dsp:txXfrm>
    </dsp:sp>
    <dsp:sp modelId="{F91B36CD-6334-4C6C-B593-69A0890EE095}">
      <dsp:nvSpPr>
        <dsp:cNvPr id="0" name=""/>
        <dsp:cNvSpPr/>
      </dsp:nvSpPr>
      <dsp:spPr>
        <a:xfrm>
          <a:off x="8260438" y="2403474"/>
          <a:ext cx="466931" cy="91440"/>
        </a:xfrm>
        <a:custGeom>
          <a:avLst/>
          <a:gdLst/>
          <a:ahLst/>
          <a:cxnLst/>
          <a:rect l="0" t="0" r="0" b="0"/>
          <a:pathLst>
            <a:path>
              <a:moveTo>
                <a:pt x="0" y="45720"/>
              </a:moveTo>
              <a:lnTo>
                <a:pt x="466931" y="45720"/>
              </a:lnTo>
            </a:path>
          </a:pathLst>
        </a:custGeom>
        <a:noFill/>
        <a:ln w="9525" cap="rnd"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481466" y="2446704"/>
        <a:ext cx="24876" cy="4980"/>
      </dsp:txXfrm>
    </dsp:sp>
    <dsp:sp modelId="{66CFF40C-931B-48BB-9F9F-B59A01650608}">
      <dsp:nvSpPr>
        <dsp:cNvPr id="0" name=""/>
        <dsp:cNvSpPr/>
      </dsp:nvSpPr>
      <dsp:spPr>
        <a:xfrm>
          <a:off x="6099059" y="1800240"/>
          <a:ext cx="2163179" cy="1297907"/>
        </a:xfrm>
        <a:prstGeom prst="rect">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212121"/>
              </a:solidFill>
            </a:rPr>
            <a:t>QR Code Verification</a:t>
          </a:r>
          <a:r>
            <a:rPr lang="en-US" sz="1600" kern="1200" dirty="0">
              <a:solidFill>
                <a:srgbClr val="212121"/>
              </a:solidFill>
            </a:rPr>
            <a:t> – Enable quick verification and secure donation confirmation.</a:t>
          </a:r>
        </a:p>
      </dsp:txBody>
      <dsp:txXfrm>
        <a:off x="6099059" y="1800240"/>
        <a:ext cx="2163179" cy="1297907"/>
      </dsp:txXfrm>
    </dsp:sp>
    <dsp:sp modelId="{A5EB391C-2155-44D9-86C5-CC2205D8CC56}">
      <dsp:nvSpPr>
        <dsp:cNvPr id="0" name=""/>
        <dsp:cNvSpPr/>
      </dsp:nvSpPr>
      <dsp:spPr>
        <a:xfrm>
          <a:off x="1859227" y="3096348"/>
          <a:ext cx="7982132" cy="466931"/>
        </a:xfrm>
        <a:custGeom>
          <a:avLst/>
          <a:gdLst/>
          <a:ahLst/>
          <a:cxnLst/>
          <a:rect l="0" t="0" r="0" b="0"/>
          <a:pathLst>
            <a:path>
              <a:moveTo>
                <a:pt x="7982132" y="0"/>
              </a:moveTo>
              <a:lnTo>
                <a:pt x="7982132" y="250565"/>
              </a:lnTo>
              <a:lnTo>
                <a:pt x="0" y="250565"/>
              </a:lnTo>
              <a:lnTo>
                <a:pt x="0" y="466931"/>
              </a:lnTo>
            </a:path>
          </a:pathLst>
        </a:custGeom>
        <a:noFill/>
        <a:ln w="9525" cap="rnd"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50352" y="3327323"/>
        <a:ext cx="399881" cy="4980"/>
      </dsp:txXfrm>
    </dsp:sp>
    <dsp:sp modelId="{1193E344-DDD5-4D70-98EE-85F8D1A0EE10}">
      <dsp:nvSpPr>
        <dsp:cNvPr id="0" name=""/>
        <dsp:cNvSpPr/>
      </dsp:nvSpPr>
      <dsp:spPr>
        <a:xfrm>
          <a:off x="8759770" y="1800240"/>
          <a:ext cx="2163179" cy="1297907"/>
        </a:xfrm>
        <a:prstGeom prst="rect">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212121"/>
              </a:solidFill>
            </a:rPr>
            <a:t>Analytics &amp; Reports</a:t>
          </a:r>
          <a:r>
            <a:rPr lang="en-US" sz="1600" kern="1200" dirty="0">
              <a:solidFill>
                <a:srgbClr val="212121"/>
              </a:solidFill>
            </a:rPr>
            <a:t> – Provide detailed dashboards and reports for administrators.</a:t>
          </a:r>
        </a:p>
      </dsp:txBody>
      <dsp:txXfrm>
        <a:off x="8759770" y="1800240"/>
        <a:ext cx="2163179" cy="1297907"/>
      </dsp:txXfrm>
    </dsp:sp>
    <dsp:sp modelId="{72CE7139-074A-4C4B-A3D1-D7778F197B07}">
      <dsp:nvSpPr>
        <dsp:cNvPr id="0" name=""/>
        <dsp:cNvSpPr/>
      </dsp:nvSpPr>
      <dsp:spPr>
        <a:xfrm>
          <a:off x="2939016" y="4198913"/>
          <a:ext cx="466931" cy="91440"/>
        </a:xfrm>
        <a:custGeom>
          <a:avLst/>
          <a:gdLst/>
          <a:ahLst/>
          <a:cxnLst/>
          <a:rect l="0" t="0" r="0" b="0"/>
          <a:pathLst>
            <a:path>
              <a:moveTo>
                <a:pt x="0" y="45720"/>
              </a:moveTo>
              <a:lnTo>
                <a:pt x="466931" y="45720"/>
              </a:lnTo>
            </a:path>
          </a:pathLst>
        </a:custGeom>
        <a:noFill/>
        <a:ln w="9525" cap="rnd"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60044" y="4242143"/>
        <a:ext cx="24876" cy="4980"/>
      </dsp:txXfrm>
    </dsp:sp>
    <dsp:sp modelId="{689D0C11-4A10-4F2B-A9D1-34BB34860D62}">
      <dsp:nvSpPr>
        <dsp:cNvPr id="0" name=""/>
        <dsp:cNvSpPr/>
      </dsp:nvSpPr>
      <dsp:spPr>
        <a:xfrm>
          <a:off x="777637" y="3595679"/>
          <a:ext cx="2163179" cy="1297907"/>
        </a:xfrm>
        <a:prstGeom prst="rect">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212121"/>
              </a:solidFill>
            </a:rPr>
            <a:t>Multi-Language Support</a:t>
          </a:r>
          <a:r>
            <a:rPr lang="en-US" sz="1600" kern="1200" dirty="0">
              <a:solidFill>
                <a:srgbClr val="212121"/>
              </a:solidFill>
            </a:rPr>
            <a:t> – Make the platform accessible in multiple regional languages.</a:t>
          </a:r>
        </a:p>
      </dsp:txBody>
      <dsp:txXfrm>
        <a:off x="777637" y="3595679"/>
        <a:ext cx="2163179" cy="1297907"/>
      </dsp:txXfrm>
    </dsp:sp>
    <dsp:sp modelId="{43CB4B8E-D2EE-4D45-9853-FFF942683F2D}">
      <dsp:nvSpPr>
        <dsp:cNvPr id="0" name=""/>
        <dsp:cNvSpPr/>
      </dsp:nvSpPr>
      <dsp:spPr>
        <a:xfrm>
          <a:off x="3438348" y="3595679"/>
          <a:ext cx="2163179" cy="1297907"/>
        </a:xfrm>
        <a:prstGeom prst="rect">
          <a:avLst/>
        </a:prstGeom>
        <a:solidFill>
          <a:srgbClr val="F8FBFF"/>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rgbClr val="212121"/>
              </a:solidFill>
            </a:rPr>
            <a:t>Cloud Deployment</a:t>
          </a:r>
          <a:r>
            <a:rPr lang="en-US" sz="1400" kern="1200" dirty="0">
              <a:solidFill>
                <a:srgbClr val="212121"/>
              </a:solidFill>
            </a:rPr>
            <a:t> – Host the application on the cloud for improved scalability, security, and availability.</a:t>
          </a:r>
        </a:p>
      </dsp:txBody>
      <dsp:txXfrm>
        <a:off x="3438348" y="3595679"/>
        <a:ext cx="2163179" cy="129790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0D12E9-D864-47DC-A708-95F1F51AD6A6}">
      <dsp:nvSpPr>
        <dsp:cNvPr id="0" name=""/>
        <dsp:cNvSpPr/>
      </dsp:nvSpPr>
      <dsp:spPr>
        <a:xfrm>
          <a:off x="489374" y="0"/>
          <a:ext cx="3134968" cy="2351226"/>
        </a:xfrm>
        <a:prstGeom prst="upArrow">
          <a:avLst/>
        </a:prstGeom>
        <a:solidFill>
          <a:srgbClr val="42A5F5"/>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sp>
    <dsp:sp modelId="{7A1266A8-C275-4DBF-A062-EB444C2CEBE3}">
      <dsp:nvSpPr>
        <dsp:cNvPr id="0" name=""/>
        <dsp:cNvSpPr/>
      </dsp:nvSpPr>
      <dsp:spPr>
        <a:xfrm>
          <a:off x="3718392" y="0"/>
          <a:ext cx="6552328" cy="2351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0" rIns="142240" bIns="14224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rgbClr val="212121"/>
              </a:solidFill>
            </a:rPr>
            <a:t>APNA SAHARA</a:t>
          </a:r>
          <a:r>
            <a:rPr lang="en-US" sz="2000" kern="1200" dirty="0">
              <a:solidFill>
                <a:srgbClr val="212121"/>
              </a:solidFill>
            </a:rPr>
            <a:t> is built with the vision of transforming the way people donate and support those in need. By creating a trusted digital ecosystem for donors and charitable organizations, the platform encourages transparency, collaboration, and social impact.</a:t>
          </a:r>
        </a:p>
      </dsp:txBody>
      <dsp:txXfrm>
        <a:off x="3718392" y="0"/>
        <a:ext cx="6552328" cy="2351226"/>
      </dsp:txXfrm>
    </dsp:sp>
    <dsp:sp modelId="{D8923DDB-37C5-4203-8AC3-BF787AE46FA7}">
      <dsp:nvSpPr>
        <dsp:cNvPr id="0" name=""/>
        <dsp:cNvSpPr/>
      </dsp:nvSpPr>
      <dsp:spPr>
        <a:xfrm>
          <a:off x="1429865" y="2547162"/>
          <a:ext cx="3134968" cy="2351226"/>
        </a:xfrm>
        <a:prstGeom prst="downArrow">
          <a:avLst/>
        </a:prstGeom>
        <a:solidFill>
          <a:srgbClr val="42A5F5"/>
        </a:solidFill>
        <a:ln w="15875" cap="rnd" cmpd="sng" algn="ctr">
          <a:solidFill>
            <a:srgbClr val="1565C0"/>
          </a:solidFill>
          <a:prstDash val="solid"/>
        </a:ln>
        <a:effectLst/>
      </dsp:spPr>
      <dsp:style>
        <a:lnRef idx="2">
          <a:scrgbClr r="0" g="0" b="0"/>
        </a:lnRef>
        <a:fillRef idx="1">
          <a:scrgbClr r="0" g="0" b="0"/>
        </a:fillRef>
        <a:effectRef idx="0">
          <a:scrgbClr r="0" g="0" b="0"/>
        </a:effectRef>
        <a:fontRef idx="minor">
          <a:schemeClr val="lt1"/>
        </a:fontRef>
      </dsp:style>
    </dsp:sp>
    <dsp:sp modelId="{A085B49C-195A-4378-9CC1-686B552CE474}">
      <dsp:nvSpPr>
        <dsp:cNvPr id="0" name=""/>
        <dsp:cNvSpPr/>
      </dsp:nvSpPr>
      <dsp:spPr>
        <a:xfrm>
          <a:off x="4658883" y="2547162"/>
          <a:ext cx="6552328" cy="2351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0" rIns="142240" bIns="142240" numCol="1" spcCol="1270" anchor="ctr" anchorCtr="0">
          <a:noAutofit/>
        </a:bodyPr>
        <a:lstStyle/>
        <a:p>
          <a:pPr marL="0" lvl="0" indent="0" algn="l" defTabSz="889000">
            <a:lnSpc>
              <a:spcPct val="90000"/>
            </a:lnSpc>
            <a:spcBef>
              <a:spcPct val="0"/>
            </a:spcBef>
            <a:spcAft>
              <a:spcPct val="35000"/>
            </a:spcAft>
            <a:buNone/>
          </a:pPr>
          <a:r>
            <a:rPr lang="en-US" sz="2000" kern="1200" dirty="0">
              <a:solidFill>
                <a:srgbClr val="212121"/>
              </a:solidFill>
            </a:rPr>
            <a:t>As the platform evolves with new features and wider adoption, </a:t>
          </a:r>
          <a:r>
            <a:rPr lang="en-US" sz="2000" b="1" kern="1200" dirty="0">
              <a:solidFill>
                <a:srgbClr val="212121"/>
              </a:solidFill>
            </a:rPr>
            <a:t>APNA SAHARA</a:t>
          </a:r>
          <a:r>
            <a:rPr lang="en-US" sz="2000" kern="1200" dirty="0">
              <a:solidFill>
                <a:srgbClr val="212121"/>
              </a:solidFill>
            </a:rPr>
            <a:t> has the potential to become a leading social-tech startup, making every contribution more meaningful and creating a future where helping others is simple, accessible, and impactful.</a:t>
          </a:r>
        </a:p>
      </dsp:txBody>
      <dsp:txXfrm>
        <a:off x="4658883" y="2547162"/>
        <a:ext cx="6552328" cy="235122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4.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24/layout/BulletTimelineInverted">
  <dgm:title val=""/>
  <dgm:desc val=""/>
  <dgm:catLst>
    <dgm:cat type="process" pri="7451"/>
    <dgm:cat type="timeline" pri="101"/>
  </dgm:catLst>
  <dgm:sampData>
    <dgm:dataModel>
      <dgm:ptLst>
        <dgm:pt modelId="0" type="doc"/>
        <dgm:pt modelId="10">
          <dgm:prSet phldrT="Add an event" phldr="1">
            <dgm:extLst>
              <a:ext uri="{C7F2D5A4-9E3B-4C8F-A7D2-1F8E9B6C4A30}">
                <msodIdLoc:phldrLoc xmlns:msodIdLoc="http://schemas.microsoft.com/office/drawing/2026/04/diagram/placeholderloc" id="msoidsIgxTimelineAddEvent"/>
              </a:ext>
            </dgm:extLst>
          </dgm:prSet>
        </dgm:pt>
        <dgm:pt modelId="1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 modelId="20">
          <dgm:prSet phldrT="Add an event" phldr="1">
            <dgm:extLst>
              <a:ext uri="{C7F2D5A4-9E3B-4C8F-A7D2-1F8E9B6C4A30}">
                <msodIdLoc:phldrLoc xmlns:msodIdLoc="http://schemas.microsoft.com/office/drawing/2026/04/diagram/placeholderloc" id="msoidsIgxTimelineAddEvent"/>
              </a:ext>
            </dgm:extLst>
          </dgm:prSet>
        </dgm:pt>
        <dgm:pt modelId="2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 modelId="30">
          <dgm:prSet phldrT="Add an event" phldr="1">
            <dgm:extLst>
              <a:ext uri="{C7F2D5A4-9E3B-4C8F-A7D2-1F8E9B6C4A30}">
                <msodIdLoc:phldrLoc xmlns:msodIdLoc="http://schemas.microsoft.com/office/drawing/2026/04/diagram/placeholderloc" id="msoidsIgxTimelineAddEvent"/>
              </a:ext>
            </dgm:extLst>
          </dgm:prSet>
        </dgm:pt>
        <dgm:pt modelId="3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 modelId="40">
          <dgm:prSet phldrT="Add an event" phldr="1">
            <dgm:extLst>
              <a:ext uri="{C7F2D5A4-9E3B-4C8F-A7D2-1F8E9B6C4A30}">
                <msodIdLoc:phldrLoc xmlns:msodIdLoc="http://schemas.microsoft.com/office/drawing/2026/04/diagram/placeholderloc" id="msoidsIgxTimelineAddEvent"/>
              </a:ext>
            </dgm:extLst>
          </dgm:prSet>
        </dgm:pt>
        <dgm:pt modelId="4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 modelId="50">
          <dgm:prSet phldrT="Add an event" phldr="1">
            <dgm:extLst>
              <a:ext uri="{C7F2D5A4-9E3B-4C8F-A7D2-1F8E9B6C4A30}">
                <msodIdLoc:phldrLoc xmlns:msodIdLoc="http://schemas.microsoft.com/office/drawing/2026/04/diagram/placeholderloc" id="msoidsIgxTimelineAddEvent"/>
              </a:ext>
            </dgm:extLst>
          </dgm:prSet>
        </dgm:pt>
        <dgm:pt modelId="51">
          <dgm:prSet phldrT="Write a description of the significance of this event" phldr="1">
            <dgm:extLst>
              <a:ext uri="{C7F2D5A4-9E3B-4C8F-A7D2-1F8E9B6C4A30}">
                <msodIdLoc:phldrLoc xmlns:msodIdLoc="http://schemas.microsoft.com/office/drawing/2026/04/diagram/placeholderloc" id="msoidsIgxTimelineEventDescription"/>
              </a:ext>
            </dgm:extLst>
          </dgm:prSet>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lnNode1">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lnNode1">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52525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85865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26486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517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8/6/2026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8887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8/6/2026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64888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8/6/2026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5916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96479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8/6/2026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6378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14665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1205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805943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8/6/2026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8836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8/6/2026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87406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8/6/2026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62302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94158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8/6/2026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4527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8/6/2026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069802776"/>
      </p:ext>
    </p:extLst>
  </p:cSld>
  <p:clrMap bg1="dk1" tx1="lt1" bg2="dk2" tx2="lt2" accent1="accent1" accent2="accent2" accent3="accent3" accent4="accent4" accent5="accent5" accent6="accent6" hlink="hlink" folHlink="folHlink"/>
  <p:sldLayoutIdLst>
    <p:sldLayoutId id="2147483713" r:id="rId1"/>
    <p:sldLayoutId id="2147483715" r:id="rId2"/>
    <p:sldLayoutId id="2147483716" r:id="rId3"/>
    <p:sldLayoutId id="2147483714" r:id="rId4"/>
    <p:sldLayoutId id="2147483710" r:id="rId5"/>
    <p:sldLayoutId id="2147483694" r:id="rId6"/>
    <p:sldLayoutId id="2147483695" r:id="rId7"/>
    <p:sldLayoutId id="2147483696" r:id="rId8"/>
    <p:sldLayoutId id="2147483697" r:id="rId9"/>
    <p:sldLayoutId id="2147483699" r:id="rId10"/>
    <p:sldLayoutId id="2147483693" r:id="rId11"/>
    <p:sldLayoutId id="2147483700" r:id="rId12"/>
    <p:sldLayoutId id="2147483701" r:id="rId13"/>
    <p:sldLayoutId id="2147483703" r:id="rId14"/>
    <p:sldLayoutId id="2147483704" r:id="rId15"/>
    <p:sldLayoutId id="2147483702" r:id="rId16"/>
    <p:sldLayoutId id="2147483698" r:id="rId17"/>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7.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8.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9.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2269760-0E06-A929-7131-AA673D48D0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1177653" y="1544978"/>
            <a:ext cx="9440034" cy="1249680"/>
          </a:xfrm>
        </p:spPr>
        <p:txBody>
          <a:bodyPr>
            <a:normAutofit/>
          </a:bodyPr>
          <a:lstStyle/>
          <a:p>
            <a:r>
              <a:rPr lang="en-US" sz="7200" dirty="0">
                <a:solidFill>
                  <a:srgbClr val="0D47A1"/>
                </a:solidFill>
              </a:rPr>
              <a:t>APNA</a:t>
            </a:r>
            <a:r>
              <a:rPr lang="en-US" sz="7200" dirty="0">
                <a:solidFill>
                  <a:schemeClr val="bg1"/>
                </a:solidFill>
              </a:rPr>
              <a:t> </a:t>
            </a:r>
            <a:r>
              <a:rPr lang="en-US" sz="7200" dirty="0">
                <a:solidFill>
                  <a:srgbClr val="0D47A1"/>
                </a:solidFill>
              </a:rPr>
              <a:t>SAHARA</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1177653" y="3154206"/>
            <a:ext cx="9440034" cy="539431"/>
          </a:xfrm>
        </p:spPr>
        <p:txBody>
          <a:bodyPr>
            <a:normAutofit/>
          </a:bodyPr>
          <a:lstStyle/>
          <a:p>
            <a:r>
              <a:rPr lang="en-US" sz="2800" dirty="0">
                <a:solidFill>
                  <a:srgbClr val="212121"/>
                </a:solidFill>
              </a:rPr>
              <a:t>Your Kindness Can Change Someone’s World</a:t>
            </a:r>
          </a:p>
        </p:txBody>
      </p:sp>
    </p:spTree>
    <p:extLst>
      <p:ext uri="{BB962C8B-B14F-4D97-AF65-F5344CB8AC3E}">
        <p14:creationId xmlns:p14="http://schemas.microsoft.com/office/powerpoint/2010/main" val="633738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A748D-BEEC-43A4-BFF3-B31C0275A5D9}"/>
              </a:ext>
            </a:extLst>
          </p:cNvPr>
          <p:cNvSpPr>
            <a:spLocks noGrp="1"/>
          </p:cNvSpPr>
          <p:nvPr>
            <p:ph type="title"/>
          </p:nvPr>
        </p:nvSpPr>
        <p:spPr>
          <a:xfrm>
            <a:off x="914400" y="438150"/>
            <a:ext cx="10353762" cy="1257300"/>
          </a:xfrm>
        </p:spPr>
        <p:txBody>
          <a:bodyPr>
            <a:normAutofit/>
          </a:bodyPr>
          <a:lstStyle/>
          <a:p>
            <a:r>
              <a:rPr lang="en-US" sz="5400" dirty="0">
                <a:solidFill>
                  <a:srgbClr val="0D47A1"/>
                </a:solidFill>
              </a:rPr>
              <a:t>INTODUCTION </a:t>
            </a:r>
          </a:p>
        </p:txBody>
      </p:sp>
      <p:graphicFrame>
        <p:nvGraphicFramePr>
          <p:cNvPr id="4" name="Content Placeholder 2">
            <a:extLst>
              <a:ext uri="{FF2B5EF4-FFF2-40B4-BE49-F238E27FC236}">
                <a16:creationId xmlns:a16="http://schemas.microsoft.com/office/drawing/2014/main" id="{AED04DAF-1E3F-4397-8834-E64118E9B2CD}"/>
              </a:ext>
            </a:extLst>
          </p:cNvPr>
          <p:cNvGraphicFramePr>
            <a:graphicFrameLocks noGrp="1"/>
          </p:cNvGraphicFramePr>
          <p:nvPr>
            <p:ph idx="1"/>
            <p:extLst>
              <p:ext uri="{D42A27DB-BD31-4B8C-83A1-F6EECF244321}">
                <p14:modId xmlns:p14="http://schemas.microsoft.com/office/powerpoint/2010/main" val="1433929446"/>
              </p:ext>
            </p:extLst>
          </p:nvPr>
        </p:nvGraphicFramePr>
        <p:xfrm>
          <a:off x="245706" y="1695450"/>
          <a:ext cx="11700587" cy="48826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9089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B8B37E16-4949-D79A-1C8E-CE284F1B6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99345-F2A4-B3DD-D392-11E2812EEB28}"/>
              </a:ext>
            </a:extLst>
          </p:cNvPr>
          <p:cNvSpPr>
            <a:spLocks noGrp="1"/>
          </p:cNvSpPr>
          <p:nvPr>
            <p:ph type="title"/>
          </p:nvPr>
        </p:nvSpPr>
        <p:spPr>
          <a:xfrm>
            <a:off x="914400" y="438150"/>
            <a:ext cx="10353762" cy="1257300"/>
          </a:xfrm>
        </p:spPr>
        <p:txBody>
          <a:bodyPr>
            <a:normAutofit/>
          </a:bodyPr>
          <a:lstStyle/>
          <a:p>
            <a:r>
              <a:rPr lang="en-US" sz="5400" dirty="0">
                <a:solidFill>
                  <a:srgbClr val="0D47A1"/>
                </a:solidFill>
              </a:rPr>
              <a:t>PROBLEM STATEMENT</a:t>
            </a:r>
          </a:p>
        </p:txBody>
      </p:sp>
      <p:graphicFrame>
        <p:nvGraphicFramePr>
          <p:cNvPr id="4" name="Content Placeholder 2">
            <a:extLst>
              <a:ext uri="{FF2B5EF4-FFF2-40B4-BE49-F238E27FC236}">
                <a16:creationId xmlns:a16="http://schemas.microsoft.com/office/drawing/2014/main" id="{A2F3774F-2732-04F9-C385-ACD5D7C4FA27}"/>
              </a:ext>
            </a:extLst>
          </p:cNvPr>
          <p:cNvGraphicFramePr>
            <a:graphicFrameLocks noGrp="1"/>
          </p:cNvGraphicFramePr>
          <p:nvPr>
            <p:ph idx="1"/>
            <p:extLst>
              <p:ext uri="{D42A27DB-BD31-4B8C-83A1-F6EECF244321}">
                <p14:modId xmlns:p14="http://schemas.microsoft.com/office/powerpoint/2010/main" val="2508919740"/>
              </p:ext>
            </p:extLst>
          </p:nvPr>
        </p:nvGraphicFramePr>
        <p:xfrm>
          <a:off x="245706" y="1695450"/>
          <a:ext cx="11700587" cy="48826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2349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1754D154-88EB-64F8-9D59-B8CC78807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7C8454-3B03-E46E-3E30-2294342ED492}"/>
              </a:ext>
            </a:extLst>
          </p:cNvPr>
          <p:cNvSpPr>
            <a:spLocks noGrp="1"/>
          </p:cNvSpPr>
          <p:nvPr>
            <p:ph type="title"/>
          </p:nvPr>
        </p:nvSpPr>
        <p:spPr>
          <a:xfrm>
            <a:off x="914400" y="438150"/>
            <a:ext cx="10353762" cy="1257300"/>
          </a:xfrm>
        </p:spPr>
        <p:txBody>
          <a:bodyPr>
            <a:normAutofit/>
          </a:bodyPr>
          <a:lstStyle/>
          <a:p>
            <a:r>
              <a:rPr lang="en-US" sz="5400" dirty="0">
                <a:solidFill>
                  <a:srgbClr val="0D47A1"/>
                </a:solidFill>
              </a:rPr>
              <a:t>OUR MISSION</a:t>
            </a:r>
          </a:p>
        </p:txBody>
      </p:sp>
      <p:graphicFrame>
        <p:nvGraphicFramePr>
          <p:cNvPr id="4" name="Content Placeholder 2">
            <a:extLst>
              <a:ext uri="{FF2B5EF4-FFF2-40B4-BE49-F238E27FC236}">
                <a16:creationId xmlns:a16="http://schemas.microsoft.com/office/drawing/2014/main" id="{CE5A0917-3219-46A6-8AB1-F410F1C64976}"/>
              </a:ext>
            </a:extLst>
          </p:cNvPr>
          <p:cNvGraphicFramePr>
            <a:graphicFrameLocks noGrp="1"/>
          </p:cNvGraphicFramePr>
          <p:nvPr>
            <p:ph idx="1"/>
            <p:extLst>
              <p:ext uri="{D42A27DB-BD31-4B8C-83A1-F6EECF244321}">
                <p14:modId xmlns:p14="http://schemas.microsoft.com/office/powerpoint/2010/main" val="2114722454"/>
              </p:ext>
            </p:extLst>
          </p:nvPr>
        </p:nvGraphicFramePr>
        <p:xfrm>
          <a:off x="245706" y="2031741"/>
          <a:ext cx="11700587" cy="43881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1174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D3BA2112-1472-0E26-7E0A-2B25E058FF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2DDF6-CE64-C798-BE47-32854EC0223A}"/>
              </a:ext>
            </a:extLst>
          </p:cNvPr>
          <p:cNvSpPr>
            <a:spLocks noGrp="1"/>
          </p:cNvSpPr>
          <p:nvPr>
            <p:ph type="title"/>
          </p:nvPr>
        </p:nvSpPr>
        <p:spPr>
          <a:xfrm>
            <a:off x="914400" y="438150"/>
            <a:ext cx="10353762" cy="1257300"/>
          </a:xfrm>
        </p:spPr>
        <p:txBody>
          <a:bodyPr>
            <a:normAutofit/>
          </a:bodyPr>
          <a:lstStyle/>
          <a:p>
            <a:r>
              <a:rPr lang="en-US" sz="5400" dirty="0">
                <a:solidFill>
                  <a:srgbClr val="0D47A1"/>
                </a:solidFill>
              </a:rPr>
              <a:t>OUR VISION</a:t>
            </a:r>
          </a:p>
        </p:txBody>
      </p:sp>
      <p:graphicFrame>
        <p:nvGraphicFramePr>
          <p:cNvPr id="4" name="Content Placeholder 2">
            <a:extLst>
              <a:ext uri="{FF2B5EF4-FFF2-40B4-BE49-F238E27FC236}">
                <a16:creationId xmlns:a16="http://schemas.microsoft.com/office/drawing/2014/main" id="{A6B82299-46A4-BE1D-887F-46AB659396D4}"/>
              </a:ext>
            </a:extLst>
          </p:cNvPr>
          <p:cNvGraphicFramePr>
            <a:graphicFrameLocks noGrp="1"/>
          </p:cNvGraphicFramePr>
          <p:nvPr>
            <p:ph idx="1"/>
            <p:extLst>
              <p:ext uri="{D42A27DB-BD31-4B8C-83A1-F6EECF244321}">
                <p14:modId xmlns:p14="http://schemas.microsoft.com/office/powerpoint/2010/main" val="2972054361"/>
              </p:ext>
            </p:extLst>
          </p:nvPr>
        </p:nvGraphicFramePr>
        <p:xfrm>
          <a:off x="245706" y="2031741"/>
          <a:ext cx="11700587" cy="43881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4652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1A8E3E75-DC58-8F29-A4BC-7CA25EF6C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CA55B-1257-1D8C-6273-8B07356691F2}"/>
              </a:ext>
            </a:extLst>
          </p:cNvPr>
          <p:cNvSpPr>
            <a:spLocks noGrp="1"/>
          </p:cNvSpPr>
          <p:nvPr>
            <p:ph type="title"/>
          </p:nvPr>
        </p:nvSpPr>
        <p:spPr>
          <a:xfrm>
            <a:off x="914400" y="438150"/>
            <a:ext cx="10353762" cy="1257300"/>
          </a:xfrm>
        </p:spPr>
        <p:txBody>
          <a:bodyPr>
            <a:normAutofit/>
          </a:bodyPr>
          <a:lstStyle/>
          <a:p>
            <a:r>
              <a:rPr lang="en-US" sz="5400" dirty="0">
                <a:solidFill>
                  <a:srgbClr val="0D47A1"/>
                </a:solidFill>
              </a:rPr>
              <a:t>OBJECTIVES</a:t>
            </a:r>
          </a:p>
        </p:txBody>
      </p:sp>
      <p:graphicFrame>
        <p:nvGraphicFramePr>
          <p:cNvPr id="4" name="Content Placeholder 2">
            <a:extLst>
              <a:ext uri="{FF2B5EF4-FFF2-40B4-BE49-F238E27FC236}">
                <a16:creationId xmlns:a16="http://schemas.microsoft.com/office/drawing/2014/main" id="{99C3AE58-D91F-88F6-8113-C98A5A832523}"/>
              </a:ext>
            </a:extLst>
          </p:cNvPr>
          <p:cNvGraphicFramePr>
            <a:graphicFrameLocks noGrp="1"/>
          </p:cNvGraphicFramePr>
          <p:nvPr>
            <p:ph idx="1"/>
            <p:extLst>
              <p:ext uri="{D42A27DB-BD31-4B8C-83A1-F6EECF244321}">
                <p14:modId xmlns:p14="http://schemas.microsoft.com/office/powerpoint/2010/main" val="453403111"/>
              </p:ext>
            </p:extLst>
          </p:nvPr>
        </p:nvGraphicFramePr>
        <p:xfrm>
          <a:off x="245706" y="1955541"/>
          <a:ext cx="11700587" cy="43881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0414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E3F2DCED-1D28-E24C-EA1A-BDA49B254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5DB5F5-05FE-47A7-A9B8-98E298268141}"/>
              </a:ext>
            </a:extLst>
          </p:cNvPr>
          <p:cNvSpPr>
            <a:spLocks noGrp="1"/>
          </p:cNvSpPr>
          <p:nvPr>
            <p:ph type="title"/>
          </p:nvPr>
        </p:nvSpPr>
        <p:spPr>
          <a:xfrm>
            <a:off x="914400" y="438150"/>
            <a:ext cx="10353762" cy="1257300"/>
          </a:xfrm>
        </p:spPr>
        <p:txBody>
          <a:bodyPr>
            <a:normAutofit/>
          </a:bodyPr>
          <a:lstStyle/>
          <a:p>
            <a:r>
              <a:rPr lang="en-US" sz="5400" dirty="0">
                <a:solidFill>
                  <a:srgbClr val="0D47A1"/>
                </a:solidFill>
              </a:rPr>
              <a:t>FEATURES</a:t>
            </a:r>
          </a:p>
        </p:txBody>
      </p:sp>
      <p:graphicFrame>
        <p:nvGraphicFramePr>
          <p:cNvPr id="4" name="Content Placeholder 2">
            <a:extLst>
              <a:ext uri="{FF2B5EF4-FFF2-40B4-BE49-F238E27FC236}">
                <a16:creationId xmlns:a16="http://schemas.microsoft.com/office/drawing/2014/main" id="{00CD8439-2F5D-B050-0C92-402A0A6A0AEA}"/>
              </a:ext>
            </a:extLst>
          </p:cNvPr>
          <p:cNvGraphicFramePr>
            <a:graphicFrameLocks noGrp="1"/>
          </p:cNvGraphicFramePr>
          <p:nvPr>
            <p:ph idx="1"/>
            <p:extLst>
              <p:ext uri="{D42A27DB-BD31-4B8C-83A1-F6EECF244321}">
                <p14:modId xmlns:p14="http://schemas.microsoft.com/office/powerpoint/2010/main" val="3431998700"/>
              </p:ext>
            </p:extLst>
          </p:nvPr>
        </p:nvGraphicFramePr>
        <p:xfrm>
          <a:off x="245706" y="2031741"/>
          <a:ext cx="11700587" cy="43881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88601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6DD55AAB-B80D-BA0F-FF2B-6DEEB77784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AFF77-4257-D482-3962-6EDA54DA2BD3}"/>
              </a:ext>
            </a:extLst>
          </p:cNvPr>
          <p:cNvSpPr>
            <a:spLocks noGrp="1"/>
          </p:cNvSpPr>
          <p:nvPr>
            <p:ph type="title"/>
          </p:nvPr>
        </p:nvSpPr>
        <p:spPr>
          <a:xfrm>
            <a:off x="914400" y="438150"/>
            <a:ext cx="10353762" cy="1257300"/>
          </a:xfrm>
        </p:spPr>
        <p:txBody>
          <a:bodyPr>
            <a:normAutofit/>
          </a:bodyPr>
          <a:lstStyle/>
          <a:p>
            <a:r>
              <a:rPr lang="en-US" sz="5400" dirty="0">
                <a:solidFill>
                  <a:srgbClr val="0D47A1"/>
                </a:solidFill>
              </a:rPr>
              <a:t>Core Application Structure</a:t>
            </a:r>
          </a:p>
        </p:txBody>
      </p:sp>
      <p:graphicFrame>
        <p:nvGraphicFramePr>
          <p:cNvPr id="4" name="Content Placeholder 2">
            <a:extLst>
              <a:ext uri="{FF2B5EF4-FFF2-40B4-BE49-F238E27FC236}">
                <a16:creationId xmlns:a16="http://schemas.microsoft.com/office/drawing/2014/main" id="{41583B06-73AE-1E1C-5060-65C7814A992B}"/>
              </a:ext>
            </a:extLst>
          </p:cNvPr>
          <p:cNvGraphicFramePr>
            <a:graphicFrameLocks noGrp="1"/>
          </p:cNvGraphicFramePr>
          <p:nvPr>
            <p:ph idx="1"/>
            <p:extLst>
              <p:ext uri="{D42A27DB-BD31-4B8C-83A1-F6EECF244321}">
                <p14:modId xmlns:p14="http://schemas.microsoft.com/office/powerpoint/2010/main" val="1767401637"/>
              </p:ext>
            </p:extLst>
          </p:nvPr>
        </p:nvGraphicFramePr>
        <p:xfrm>
          <a:off x="245706" y="1695451"/>
          <a:ext cx="11700587" cy="4898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1827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41305F21-D1B7-B890-77DB-E155EF0FFA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D5F57-A7AF-D19D-3928-BBB9EE572B61}"/>
              </a:ext>
            </a:extLst>
          </p:cNvPr>
          <p:cNvSpPr>
            <a:spLocks noGrp="1"/>
          </p:cNvSpPr>
          <p:nvPr>
            <p:ph type="title"/>
          </p:nvPr>
        </p:nvSpPr>
        <p:spPr>
          <a:xfrm>
            <a:off x="914400" y="438150"/>
            <a:ext cx="10353762" cy="1257300"/>
          </a:xfrm>
        </p:spPr>
        <p:txBody>
          <a:bodyPr>
            <a:normAutofit/>
          </a:bodyPr>
          <a:lstStyle/>
          <a:p>
            <a:r>
              <a:rPr lang="en-US" sz="5400" dirty="0">
                <a:solidFill>
                  <a:srgbClr val="0D47A1"/>
                </a:solidFill>
              </a:rPr>
              <a:t>Core Application Structure</a:t>
            </a:r>
          </a:p>
        </p:txBody>
      </p:sp>
      <p:graphicFrame>
        <p:nvGraphicFramePr>
          <p:cNvPr id="4" name="Content Placeholder 2">
            <a:extLst>
              <a:ext uri="{FF2B5EF4-FFF2-40B4-BE49-F238E27FC236}">
                <a16:creationId xmlns:a16="http://schemas.microsoft.com/office/drawing/2014/main" id="{1AC429ED-EC31-8C60-5920-7ADA7094600D}"/>
              </a:ext>
            </a:extLst>
          </p:cNvPr>
          <p:cNvGraphicFramePr>
            <a:graphicFrameLocks noGrp="1"/>
          </p:cNvGraphicFramePr>
          <p:nvPr>
            <p:ph idx="1"/>
            <p:extLst>
              <p:ext uri="{D42A27DB-BD31-4B8C-83A1-F6EECF244321}">
                <p14:modId xmlns:p14="http://schemas.microsoft.com/office/powerpoint/2010/main" val="2633449368"/>
              </p:ext>
            </p:extLst>
          </p:nvPr>
        </p:nvGraphicFramePr>
        <p:xfrm>
          <a:off x="245706" y="1695451"/>
          <a:ext cx="11700587" cy="4898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370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BBCF6AFD-B32C-EB59-61EB-654625BD8E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0B234-341E-C990-1E81-20E6B35C5CA3}"/>
              </a:ext>
            </a:extLst>
          </p:cNvPr>
          <p:cNvSpPr>
            <a:spLocks noGrp="1"/>
          </p:cNvSpPr>
          <p:nvPr>
            <p:ph type="title"/>
          </p:nvPr>
        </p:nvSpPr>
        <p:spPr>
          <a:xfrm>
            <a:off x="914400" y="438150"/>
            <a:ext cx="10353762" cy="1257300"/>
          </a:xfrm>
        </p:spPr>
        <p:txBody>
          <a:bodyPr>
            <a:normAutofit/>
          </a:bodyPr>
          <a:lstStyle/>
          <a:p>
            <a:r>
              <a:rPr lang="en-US" sz="5400" dirty="0">
                <a:solidFill>
                  <a:srgbClr val="0D47A1"/>
                </a:solidFill>
              </a:rPr>
              <a:t>SYSTEM ARCHITECTURE</a:t>
            </a:r>
          </a:p>
        </p:txBody>
      </p:sp>
      <p:graphicFrame>
        <p:nvGraphicFramePr>
          <p:cNvPr id="4" name="Content Placeholder 2">
            <a:extLst>
              <a:ext uri="{FF2B5EF4-FFF2-40B4-BE49-F238E27FC236}">
                <a16:creationId xmlns:a16="http://schemas.microsoft.com/office/drawing/2014/main" id="{08331B20-0695-9781-E802-336ADFC38DC9}"/>
              </a:ext>
            </a:extLst>
          </p:cNvPr>
          <p:cNvGraphicFramePr>
            <a:graphicFrameLocks noGrp="1"/>
          </p:cNvGraphicFramePr>
          <p:nvPr>
            <p:ph idx="1"/>
            <p:extLst>
              <p:ext uri="{D42A27DB-BD31-4B8C-83A1-F6EECF244321}">
                <p14:modId xmlns:p14="http://schemas.microsoft.com/office/powerpoint/2010/main" val="476729101"/>
              </p:ext>
            </p:extLst>
          </p:nvPr>
        </p:nvGraphicFramePr>
        <p:xfrm>
          <a:off x="245706" y="2031741"/>
          <a:ext cx="11700587" cy="43881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44A5142C-D2FA-392F-A3EA-C346B846660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0400" y="1595120"/>
            <a:ext cx="10810240" cy="4895850"/>
          </a:xfrm>
          <a:prstGeom prst="rect">
            <a:avLst/>
          </a:prstGeom>
        </p:spPr>
      </p:pic>
    </p:spTree>
    <p:extLst>
      <p:ext uri="{BB962C8B-B14F-4D97-AF65-F5344CB8AC3E}">
        <p14:creationId xmlns:p14="http://schemas.microsoft.com/office/powerpoint/2010/main" val="3801303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F023A-21C6-3D21-D883-1EA4B292F86B}"/>
              </a:ext>
            </a:extLst>
          </p:cNvPr>
          <p:cNvSpPr>
            <a:spLocks noGrp="1"/>
          </p:cNvSpPr>
          <p:nvPr>
            <p:ph type="title"/>
          </p:nvPr>
        </p:nvSpPr>
        <p:spPr/>
        <p:txBody>
          <a:bodyPr>
            <a:normAutofit/>
          </a:bodyPr>
          <a:lstStyle/>
          <a:p>
            <a:r>
              <a:rPr lang="en-US" sz="5400" dirty="0">
                <a:solidFill>
                  <a:srgbClr val="0D47A1"/>
                </a:solidFill>
              </a:rPr>
              <a:t>MODULES</a:t>
            </a:r>
          </a:p>
        </p:txBody>
      </p:sp>
      <p:sp>
        <p:nvSpPr>
          <p:cNvPr id="3" name="Text Placeholder 2">
            <a:extLst>
              <a:ext uri="{FF2B5EF4-FFF2-40B4-BE49-F238E27FC236}">
                <a16:creationId xmlns:a16="http://schemas.microsoft.com/office/drawing/2014/main" id="{4C76AB8B-D553-C997-7967-C75A56AFB7D3}"/>
              </a:ext>
            </a:extLst>
          </p:cNvPr>
          <p:cNvSpPr>
            <a:spLocks noGrp="1"/>
          </p:cNvSpPr>
          <p:nvPr>
            <p:ph type="body" idx="1"/>
          </p:nvPr>
        </p:nvSpPr>
        <p:spPr>
          <a:solidFill>
            <a:srgbClr val="F8FBFF"/>
          </a:solidFill>
          <a:ln>
            <a:solidFill>
              <a:srgbClr val="1565C0"/>
            </a:solidFill>
          </a:ln>
        </p:spPr>
        <p:txBody>
          <a:bodyPr/>
          <a:lstStyle/>
          <a:p>
            <a:r>
              <a:rPr lang="en-US" sz="3600" dirty="0">
                <a:solidFill>
                  <a:srgbClr val="212121"/>
                </a:solidFill>
              </a:rPr>
              <a:t>USER MODULE</a:t>
            </a:r>
            <a:endParaRPr lang="en-US" sz="2800" dirty="0">
              <a:solidFill>
                <a:srgbClr val="212121"/>
              </a:solidFill>
            </a:endParaRPr>
          </a:p>
        </p:txBody>
      </p:sp>
      <p:sp>
        <p:nvSpPr>
          <p:cNvPr id="4" name="Content Placeholder 3">
            <a:extLst>
              <a:ext uri="{FF2B5EF4-FFF2-40B4-BE49-F238E27FC236}">
                <a16:creationId xmlns:a16="http://schemas.microsoft.com/office/drawing/2014/main" id="{DBEC8315-A831-051B-025D-E30C007AB55D}"/>
              </a:ext>
            </a:extLst>
          </p:cNvPr>
          <p:cNvSpPr>
            <a:spLocks noGrp="1"/>
          </p:cNvSpPr>
          <p:nvPr>
            <p:ph sz="half" idx="2"/>
          </p:nvPr>
        </p:nvSpPr>
        <p:spPr>
          <a:ln>
            <a:solidFill>
              <a:srgbClr val="1565C0"/>
            </a:solidFill>
          </a:ln>
        </p:spPr>
        <p:txBody>
          <a:bodyPr>
            <a:noAutofit/>
          </a:bodyPr>
          <a:lstStyle/>
          <a:p>
            <a:r>
              <a:rPr lang="en-US" sz="1600" dirty="0">
                <a:solidFill>
                  <a:srgbClr val="212121"/>
                </a:solidFill>
              </a:rPr>
              <a:t>User Registration </a:t>
            </a:r>
          </a:p>
          <a:p>
            <a:r>
              <a:rPr lang="en-US" sz="1600" dirty="0">
                <a:solidFill>
                  <a:srgbClr val="212121"/>
                </a:solidFill>
              </a:rPr>
              <a:t>Secure Login </a:t>
            </a:r>
          </a:p>
          <a:p>
            <a:r>
              <a:rPr lang="en-US" sz="1600" dirty="0">
                <a:solidFill>
                  <a:srgbClr val="212121"/>
                </a:solidFill>
              </a:rPr>
              <a:t>Profile Management </a:t>
            </a:r>
          </a:p>
          <a:p>
            <a:r>
              <a:rPr lang="en-US" sz="1600" dirty="0">
                <a:solidFill>
                  <a:srgbClr val="212121"/>
                </a:solidFill>
              </a:rPr>
              <a:t>Make Donation </a:t>
            </a:r>
          </a:p>
          <a:p>
            <a:r>
              <a:rPr lang="en-US" sz="1600" dirty="0">
                <a:solidFill>
                  <a:srgbClr val="212121"/>
                </a:solidFill>
              </a:rPr>
              <a:t>Upload Donation Image </a:t>
            </a:r>
          </a:p>
          <a:p>
            <a:r>
              <a:rPr lang="en-US" sz="1600" dirty="0">
                <a:solidFill>
                  <a:srgbClr val="212121"/>
                </a:solidFill>
              </a:rPr>
              <a:t>View Donation History</a:t>
            </a:r>
          </a:p>
          <a:p>
            <a:r>
              <a:rPr lang="en-US" sz="1600" dirty="0">
                <a:solidFill>
                  <a:srgbClr val="212121"/>
                </a:solidFill>
              </a:rPr>
              <a:t> View Donation Details </a:t>
            </a:r>
          </a:p>
          <a:p>
            <a:r>
              <a:rPr lang="en-US" sz="1600" dirty="0">
                <a:solidFill>
                  <a:srgbClr val="212121"/>
                </a:solidFill>
              </a:rPr>
              <a:t>Logout</a:t>
            </a:r>
          </a:p>
        </p:txBody>
      </p:sp>
      <p:sp>
        <p:nvSpPr>
          <p:cNvPr id="5" name="Text Placeholder 4">
            <a:extLst>
              <a:ext uri="{FF2B5EF4-FFF2-40B4-BE49-F238E27FC236}">
                <a16:creationId xmlns:a16="http://schemas.microsoft.com/office/drawing/2014/main" id="{76605451-9281-25BB-606D-9789A054E492}"/>
              </a:ext>
            </a:extLst>
          </p:cNvPr>
          <p:cNvSpPr>
            <a:spLocks noGrp="1"/>
          </p:cNvSpPr>
          <p:nvPr>
            <p:ph type="body" sz="quarter" idx="3"/>
          </p:nvPr>
        </p:nvSpPr>
        <p:spPr>
          <a:ln>
            <a:solidFill>
              <a:srgbClr val="1565C0"/>
            </a:solidFill>
          </a:ln>
        </p:spPr>
        <p:txBody>
          <a:bodyPr/>
          <a:lstStyle/>
          <a:p>
            <a:r>
              <a:rPr lang="en-US" sz="3600" dirty="0">
                <a:solidFill>
                  <a:srgbClr val="212121"/>
                </a:solidFill>
              </a:rPr>
              <a:t>ADMIN MODULE</a:t>
            </a:r>
            <a:endParaRPr lang="en-US" dirty="0">
              <a:solidFill>
                <a:srgbClr val="212121"/>
              </a:solidFill>
            </a:endParaRPr>
          </a:p>
        </p:txBody>
      </p:sp>
      <p:sp>
        <p:nvSpPr>
          <p:cNvPr id="6" name="Content Placeholder 5">
            <a:extLst>
              <a:ext uri="{FF2B5EF4-FFF2-40B4-BE49-F238E27FC236}">
                <a16:creationId xmlns:a16="http://schemas.microsoft.com/office/drawing/2014/main" id="{179417AD-9ABA-743A-E1C2-7C8E2F065CED}"/>
              </a:ext>
            </a:extLst>
          </p:cNvPr>
          <p:cNvSpPr>
            <a:spLocks noGrp="1"/>
          </p:cNvSpPr>
          <p:nvPr>
            <p:ph sz="quarter" idx="4"/>
          </p:nvPr>
        </p:nvSpPr>
        <p:spPr>
          <a:xfrm>
            <a:off x="6363167" y="2676859"/>
            <a:ext cx="4779581" cy="3043533"/>
          </a:xfrm>
          <a:ln>
            <a:solidFill>
              <a:srgbClr val="1565C0"/>
            </a:solidFill>
          </a:ln>
        </p:spPr>
        <p:txBody>
          <a:bodyPr>
            <a:normAutofit fontScale="92500" lnSpcReduction="20000"/>
          </a:bodyPr>
          <a:lstStyle/>
          <a:p>
            <a:r>
              <a:rPr lang="en-US" sz="1400" dirty="0">
                <a:solidFill>
                  <a:srgbClr val="212121"/>
                </a:solidFill>
                <a:effectLst/>
              </a:rPr>
              <a:t>Admin Login </a:t>
            </a:r>
          </a:p>
          <a:p>
            <a:r>
              <a:rPr lang="en-US" sz="1400" dirty="0">
                <a:solidFill>
                  <a:srgbClr val="212121"/>
                </a:solidFill>
                <a:effectLst/>
              </a:rPr>
              <a:t>Dashboard </a:t>
            </a:r>
          </a:p>
          <a:p>
            <a:r>
              <a:rPr lang="en-US" sz="1400" dirty="0">
                <a:solidFill>
                  <a:srgbClr val="212121"/>
                </a:solidFill>
                <a:effectLst/>
              </a:rPr>
              <a:t>Manage Donors </a:t>
            </a:r>
          </a:p>
          <a:p>
            <a:r>
              <a:rPr lang="en-US" sz="1400" dirty="0">
                <a:solidFill>
                  <a:srgbClr val="212121"/>
                </a:solidFill>
                <a:effectLst/>
              </a:rPr>
              <a:t>Manage Donations </a:t>
            </a:r>
          </a:p>
          <a:p>
            <a:r>
              <a:rPr lang="en-US" sz="1400" dirty="0">
                <a:solidFill>
                  <a:srgbClr val="212121"/>
                </a:solidFill>
                <a:effectLst/>
              </a:rPr>
              <a:t>Manage Organizations </a:t>
            </a:r>
          </a:p>
          <a:p>
            <a:r>
              <a:rPr lang="en-US" sz="1400" dirty="0">
                <a:solidFill>
                  <a:srgbClr val="212121"/>
                </a:solidFill>
                <a:effectLst/>
              </a:rPr>
              <a:t>Manage Donation Requests </a:t>
            </a:r>
          </a:p>
          <a:p>
            <a:r>
              <a:rPr lang="en-US" sz="1400" dirty="0">
                <a:solidFill>
                  <a:srgbClr val="212121"/>
                </a:solidFill>
                <a:effectLst/>
              </a:rPr>
              <a:t>Manage Donation Categories </a:t>
            </a:r>
          </a:p>
          <a:p>
            <a:r>
              <a:rPr lang="en-US" sz="1400" dirty="0">
                <a:solidFill>
                  <a:srgbClr val="212121"/>
                </a:solidFill>
                <a:effectLst/>
              </a:rPr>
              <a:t>Update Donation Status </a:t>
            </a:r>
          </a:p>
          <a:p>
            <a:r>
              <a:rPr lang="en-US" sz="1400" dirty="0">
                <a:solidFill>
                  <a:srgbClr val="212121"/>
                </a:solidFill>
                <a:effectLst/>
              </a:rPr>
              <a:t>Delete Records </a:t>
            </a:r>
          </a:p>
          <a:p>
            <a:r>
              <a:rPr lang="en-US" sz="1400" dirty="0">
                <a:solidFill>
                  <a:srgbClr val="212121"/>
                </a:solidFill>
                <a:effectLst/>
              </a:rPr>
              <a:t>Logout</a:t>
            </a:r>
          </a:p>
        </p:txBody>
      </p:sp>
    </p:spTree>
    <p:extLst>
      <p:ext uri="{BB962C8B-B14F-4D97-AF65-F5344CB8AC3E}">
        <p14:creationId xmlns:p14="http://schemas.microsoft.com/office/powerpoint/2010/main" val="2363196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261D5BAE-5CBC-7661-9817-BD927DAFC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85C72-EF70-B4E2-FB03-3B477D7A62F9}"/>
              </a:ext>
            </a:extLst>
          </p:cNvPr>
          <p:cNvSpPr>
            <a:spLocks noGrp="1"/>
          </p:cNvSpPr>
          <p:nvPr>
            <p:ph type="title"/>
          </p:nvPr>
        </p:nvSpPr>
        <p:spPr>
          <a:xfrm>
            <a:off x="914400" y="438150"/>
            <a:ext cx="10353762" cy="1257300"/>
          </a:xfrm>
        </p:spPr>
        <p:txBody>
          <a:bodyPr>
            <a:normAutofit/>
          </a:bodyPr>
          <a:lstStyle/>
          <a:p>
            <a:r>
              <a:rPr lang="en-US" sz="5400" dirty="0">
                <a:solidFill>
                  <a:srgbClr val="0D47A1"/>
                </a:solidFill>
              </a:rPr>
              <a:t>DATABASE COLLECTION</a:t>
            </a:r>
          </a:p>
        </p:txBody>
      </p:sp>
      <p:graphicFrame>
        <p:nvGraphicFramePr>
          <p:cNvPr id="4" name="Content Placeholder 2">
            <a:extLst>
              <a:ext uri="{FF2B5EF4-FFF2-40B4-BE49-F238E27FC236}">
                <a16:creationId xmlns:a16="http://schemas.microsoft.com/office/drawing/2014/main" id="{DC68F71F-CBF4-EF6C-13A0-E02C215CA019}"/>
              </a:ext>
            </a:extLst>
          </p:cNvPr>
          <p:cNvGraphicFramePr>
            <a:graphicFrameLocks noGrp="1"/>
          </p:cNvGraphicFramePr>
          <p:nvPr>
            <p:ph idx="1"/>
          </p:nvPr>
        </p:nvGraphicFramePr>
        <p:xfrm>
          <a:off x="245706" y="2031741"/>
          <a:ext cx="11700587" cy="43881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E338FB4C-16B1-075A-3BB5-E7A4E0AC812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9440" y="1695450"/>
            <a:ext cx="10952480" cy="4613910"/>
          </a:xfrm>
          <a:prstGeom prst="rect">
            <a:avLst/>
          </a:prstGeom>
        </p:spPr>
      </p:pic>
    </p:spTree>
    <p:extLst>
      <p:ext uri="{BB962C8B-B14F-4D97-AF65-F5344CB8AC3E}">
        <p14:creationId xmlns:p14="http://schemas.microsoft.com/office/powerpoint/2010/main" val="1676766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BAE6E921-16E8-23EF-8F12-44131E0D4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F7EB7-DCDD-EB1A-8AB7-51AC29E183A6}"/>
              </a:ext>
            </a:extLst>
          </p:cNvPr>
          <p:cNvSpPr>
            <a:spLocks noGrp="1"/>
          </p:cNvSpPr>
          <p:nvPr>
            <p:ph type="title"/>
          </p:nvPr>
        </p:nvSpPr>
        <p:spPr>
          <a:xfrm>
            <a:off x="914400" y="438150"/>
            <a:ext cx="10353762" cy="1257300"/>
          </a:xfrm>
        </p:spPr>
        <p:txBody>
          <a:bodyPr>
            <a:normAutofit/>
          </a:bodyPr>
          <a:lstStyle/>
          <a:p>
            <a:r>
              <a:rPr lang="en-US" sz="5400" dirty="0">
                <a:solidFill>
                  <a:srgbClr val="0D47A1"/>
                </a:solidFill>
              </a:rPr>
              <a:t>PROJECT WORKFLOW</a:t>
            </a:r>
          </a:p>
        </p:txBody>
      </p:sp>
      <p:graphicFrame>
        <p:nvGraphicFramePr>
          <p:cNvPr id="4" name="Content Placeholder 2">
            <a:extLst>
              <a:ext uri="{FF2B5EF4-FFF2-40B4-BE49-F238E27FC236}">
                <a16:creationId xmlns:a16="http://schemas.microsoft.com/office/drawing/2014/main" id="{06F2945A-9135-0DF3-038D-DD287A8BB703}"/>
              </a:ext>
            </a:extLst>
          </p:cNvPr>
          <p:cNvGraphicFramePr>
            <a:graphicFrameLocks noGrp="1"/>
          </p:cNvGraphicFramePr>
          <p:nvPr>
            <p:ph idx="1"/>
          </p:nvPr>
        </p:nvGraphicFramePr>
        <p:xfrm>
          <a:off x="245706" y="2031741"/>
          <a:ext cx="11700587" cy="43881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84819B91-FA85-A96A-F9D9-A02901AAB69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0080" y="1513840"/>
            <a:ext cx="10932160" cy="4805680"/>
          </a:xfrm>
          <a:prstGeom prst="rect">
            <a:avLst/>
          </a:prstGeom>
        </p:spPr>
      </p:pic>
    </p:spTree>
    <p:extLst>
      <p:ext uri="{BB962C8B-B14F-4D97-AF65-F5344CB8AC3E}">
        <p14:creationId xmlns:p14="http://schemas.microsoft.com/office/powerpoint/2010/main" val="3724017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DB9B59AC-7740-BAF7-2FA4-4EADC92FC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270B1-6647-049F-5F48-F3299AE371CE}"/>
              </a:ext>
            </a:extLst>
          </p:cNvPr>
          <p:cNvSpPr>
            <a:spLocks noGrp="1"/>
          </p:cNvSpPr>
          <p:nvPr>
            <p:ph type="title"/>
          </p:nvPr>
        </p:nvSpPr>
        <p:spPr>
          <a:xfrm>
            <a:off x="914400" y="438150"/>
            <a:ext cx="10353762" cy="1257300"/>
          </a:xfrm>
        </p:spPr>
        <p:txBody>
          <a:bodyPr>
            <a:normAutofit/>
          </a:bodyPr>
          <a:lstStyle/>
          <a:p>
            <a:r>
              <a:rPr lang="en-US" sz="5400" dirty="0">
                <a:solidFill>
                  <a:srgbClr val="0D47A1"/>
                </a:solidFill>
              </a:rPr>
              <a:t>FUTURE ENHANCEMENT</a:t>
            </a:r>
          </a:p>
        </p:txBody>
      </p:sp>
      <p:graphicFrame>
        <p:nvGraphicFramePr>
          <p:cNvPr id="4" name="Content Placeholder 2">
            <a:extLst>
              <a:ext uri="{FF2B5EF4-FFF2-40B4-BE49-F238E27FC236}">
                <a16:creationId xmlns:a16="http://schemas.microsoft.com/office/drawing/2014/main" id="{D31D8572-6024-45F0-36D7-CA9AB196795D}"/>
              </a:ext>
            </a:extLst>
          </p:cNvPr>
          <p:cNvGraphicFramePr>
            <a:graphicFrameLocks noGrp="1"/>
          </p:cNvGraphicFramePr>
          <p:nvPr>
            <p:ph idx="1"/>
            <p:extLst>
              <p:ext uri="{D42A27DB-BD31-4B8C-83A1-F6EECF244321}">
                <p14:modId xmlns:p14="http://schemas.microsoft.com/office/powerpoint/2010/main" val="608098722"/>
              </p:ext>
            </p:extLst>
          </p:nvPr>
        </p:nvGraphicFramePr>
        <p:xfrm>
          <a:off x="245706" y="1695451"/>
          <a:ext cx="11700587" cy="4898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4368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F8CAEEF9-C8DD-09EF-D7A2-A0EEFA191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958E3-679A-ECA1-D09C-21D8B8172568}"/>
              </a:ext>
            </a:extLst>
          </p:cNvPr>
          <p:cNvSpPr>
            <a:spLocks noGrp="1"/>
          </p:cNvSpPr>
          <p:nvPr>
            <p:ph type="title"/>
          </p:nvPr>
        </p:nvSpPr>
        <p:spPr>
          <a:xfrm>
            <a:off x="914400" y="438150"/>
            <a:ext cx="10353762" cy="1257300"/>
          </a:xfrm>
        </p:spPr>
        <p:txBody>
          <a:bodyPr>
            <a:normAutofit/>
          </a:bodyPr>
          <a:lstStyle/>
          <a:p>
            <a:r>
              <a:rPr lang="en-US" sz="5400" dirty="0">
                <a:solidFill>
                  <a:srgbClr val="0D47A1"/>
                </a:solidFill>
              </a:rPr>
              <a:t>CONCLUSION</a:t>
            </a:r>
          </a:p>
        </p:txBody>
      </p:sp>
      <p:graphicFrame>
        <p:nvGraphicFramePr>
          <p:cNvPr id="4" name="Content Placeholder 2">
            <a:extLst>
              <a:ext uri="{FF2B5EF4-FFF2-40B4-BE49-F238E27FC236}">
                <a16:creationId xmlns:a16="http://schemas.microsoft.com/office/drawing/2014/main" id="{948B6B26-A382-4A56-0824-769FC3C84A84}"/>
              </a:ext>
            </a:extLst>
          </p:cNvPr>
          <p:cNvGraphicFramePr>
            <a:graphicFrameLocks noGrp="1"/>
          </p:cNvGraphicFramePr>
          <p:nvPr>
            <p:ph idx="1"/>
            <p:extLst>
              <p:ext uri="{D42A27DB-BD31-4B8C-83A1-F6EECF244321}">
                <p14:modId xmlns:p14="http://schemas.microsoft.com/office/powerpoint/2010/main" val="2407108569"/>
              </p:ext>
            </p:extLst>
          </p:nvPr>
        </p:nvGraphicFramePr>
        <p:xfrm>
          <a:off x="245706" y="1695451"/>
          <a:ext cx="11700587" cy="4898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8503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0C3650-BEDD-A87A-F2E1-0E72EFBB92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19612029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offee">
      <a:dk1>
        <a:sysClr val="windowText" lastClr="000000"/>
      </a:dk1>
      <a:lt1>
        <a:sysClr val="window" lastClr="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THREE.pptx" id="{E781C72B-3D65-4B8D-9071-33B66AF0EF30}" vid="{3A5A58F2-9BE1-435C-B12D-88FD9BF70179}"/>
    </a:ext>
  </a:extLst>
</a:theme>
</file>

<file path=docProps/app.xml><?xml version="1.0" encoding="utf-8"?>
<Properties xmlns="http://schemas.openxmlformats.org/officeDocument/2006/extended-properties" xmlns:vt="http://schemas.openxmlformats.org/officeDocument/2006/docPropsVTypes">
  <Template>{0032A27A-A414-48B0-84FC-C59B7C11B330}TFe887d8cf-77a9-48cd-9a74-d8d08097a61c3993dec7_win32-329aa78f548b</Template>
  <TotalTime>621</TotalTime>
  <Words>908</Words>
  <Application>Microsoft Office PowerPoint</Application>
  <PresentationFormat>Widescreen</PresentationFormat>
  <Paragraphs>87</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Goudy Old Style</vt:lpstr>
      <vt:lpstr>Wingdings 2</vt:lpstr>
      <vt:lpstr>SlateVTI</vt:lpstr>
      <vt:lpstr>APNA SAHARA</vt:lpstr>
      <vt:lpstr>INTODUCTION </vt:lpstr>
      <vt:lpstr>PROBLEM STATEMENT</vt:lpstr>
      <vt:lpstr>OUR MISSION</vt:lpstr>
      <vt:lpstr>OUR VISION</vt:lpstr>
      <vt:lpstr>OBJECTIVES</vt:lpstr>
      <vt:lpstr>FEATURES</vt:lpstr>
      <vt:lpstr>Core Application Structure</vt:lpstr>
      <vt:lpstr>Core Application Structure</vt:lpstr>
      <vt:lpstr>SYSTEM ARCHITECTURE</vt:lpstr>
      <vt:lpstr>MODULES</vt:lpstr>
      <vt:lpstr>DATABASE COLLECTION</vt:lpstr>
      <vt:lpstr>PROJECT WORKFLOW</vt:lpstr>
      <vt:lpstr>FUTURE ENHANCEMENT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Naman Chhajed</dc:creator>
  <cp:lastModifiedBy>Naman Chhajed</cp:lastModifiedBy>
  <cp:revision>10</cp:revision>
  <dcterms:created xsi:type="dcterms:W3CDTF">2026-07-23T08:40:04Z</dcterms:created>
  <dcterms:modified xsi:type="dcterms:W3CDTF">2026-08-06T03:14:09Z</dcterms:modified>
</cp:coreProperties>
</file>